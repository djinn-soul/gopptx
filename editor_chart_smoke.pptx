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61" r:id="rId7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Sales Dashboard 2024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Q1-Q4 Performance Comparison</a:t>
            </a:r>
          </a:p>
          <a:p>
            <a:pPr lvl="0"/>
            <a:r>
              <a:rPr lang="en-US" sz="2800" b="0" i="0" dirty="0"/>
              <a:t>Year-over-year growth analysis</a:t>
            </a:r>
          </a:p>
          <a:p>
            <a:pPr lvl="0"/>
            <a:r>
              <a:rPr lang="en-US" sz="2800" b="0" i="0" dirty="0"/>
              <a:t>Strategic insights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Bar Chart: Quarterly Sales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2023 vs 2024 comparison</a:t>
            </a:r>
          </a:p>
          <a:p>
            <a:pPr lvl="0"/>
            <a:r>
              <a:rPr lang="en-US" sz="2800" b="0" i="0" dirty="0"/>
              <a:t>Q4 shows strongest performance</a:t>
            </a:r>
          </a:p>
          <a:p>
            <a:pPr lvl="0"/>
            <a:r>
              <a:rPr lang="en-US" sz="2800" b="0" i="0" dirty="0"/>
              <a:t>Overall growth: 20% YoY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Line Chart: Revenue Trend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6-month revenue tracking</a:t>
            </a:r>
          </a:p>
          <a:p>
            <a:pPr lvl="0"/>
            <a:r>
              <a:rPr lang="en-US" sz="2800" b="0" i="0" dirty="0"/>
              <a:t>Consistent growth trajectory</a:t>
            </a:r>
          </a:p>
          <a:p>
            <a:pPr lvl="0"/>
            <a:r>
              <a:rPr lang="en-US" sz="2800" b="0" i="0" dirty="0"/>
              <a:t>Exceeding targets in most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Pie Chart: Market Distribution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Product A leads with 35% market share</a:t>
            </a:r>
          </a:p>
          <a:p>
            <a:pPr lvl="0"/>
            <a:r>
              <a:rPr lang="en-US" sz="2800" b="0" i="0" dirty="0"/>
              <a:t>Products B &amp; C equally competitive</a:t>
            </a:r>
          </a:p>
          <a:p>
            <a:pPr lvl="0"/>
            <a:r>
              <a:rPr lang="en-US" sz="2800" b="0" i="0" dirty="0"/>
              <a:t>Product D growth opportunity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Sales Dashboard 2024 (Copy)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Q1-Q4 Performance Comparison</a:t>
            </a:r>
          </a:p>
          <a:p>
            <a:pPr lvl="0"/>
            <a:r>
              <a:rPr lang="en-US" sz="2800" b="0" i="0" dirty="0"/>
              <a:t>Year-over-year growth analysis</a:t>
            </a:r>
          </a:p>
          <a:p>
            <a:pPr lvl="0"/>
            <a:r>
              <a:rPr lang="en-US" sz="2800" b="0" i="0" dirty="0"/>
              <a:t>Strategic insights and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</dc:title>
  <dc:creator>pptx-rs</dc:creator>
  <cp:lastModifiedBy>pptx-rs</cp:lastModifiedBy>
  <cp:revision>1</cp:revision>
  <dcterms:created xsi:type="dcterms:W3CDTF">2025-12-08T05:29:47Z</dcterms:created>
  <dcterms:modified xsi:type="dcterms:W3CDTF">2025-12-08T05:29:47Z</dcterms:modified>
</cp:coreProperties>
</file>