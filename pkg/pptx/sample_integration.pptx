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Sample Image Showcase</a:t>
            </a:r>
          </a:p>
        </p:txBody>
      </p:sp>
      <p:pic>
        <p:nvPicPr>
          <p:cNvPr id="3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600000" flipH="1">
            <a:off x="914400" y="9144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Sample Image Placeholder</a:t>
            </a:r>
          </a:p>
        </p:txBody>
      </p:sp>
    </p:spTree>
  </p:cSld>
  <p:clrMapOvr>
    <a:masterClrMapping/>
  </p:clrMapOvr>
  <p:pic>
    <p:nvPicPr>
      <p:cNvPr id="3" name="Placeholder Picture"/>
      <p:cNvPicPr>
        <a:picLocks noChangeAspect="1"/>
      </p:cNvPicPr>
      <p:nvPr>
        <p:ph idx="1"/>
      </p:nvPr>
    </p:nvPicPr>
    <p:blipFill>
      <a:blip r:embed="rId2"/>
      <a:stretch>
        <a:fillRect/>
      </a:stretch>
    </p:blipFill>
    <p:spPr>
      <a:prstGeom prst="rect">
        <a:avLst/>
      </a:prstGeom>
    </p:spPr>
  </p:pic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Integration</dc:title>
  <dc:creator>goppt</dc:creator>
  <cp:lastModifiedBy>goppt</cp:lastModifiedBy>
  <cp:revision>1</cp:revision>
  <dcterms:created xsi:type="dcterms:W3CDTF">2026-02-08T09:13:04Z</dcterms:created>
  <dcterms:modified xsi:type="dcterms:W3CDTF">2026-02-08T09:13:04Z</dcterms:modified>
</cp:coreProperties>
</file>