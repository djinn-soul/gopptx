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Images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Image embedding supported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PNG, JPEG, GIF formats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Position and size control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10 Showcase</dc:title>
  <dc:creator>goppt</dc:creator>
  <cp:lastModifiedBy>goppt</cp:lastModifiedBy>
  <cp:revision>1</cp:revision>
  <dcterms:created xsi:type="dcterms:W3CDTF">2026-02-08T09:13:04Z</dcterms:created>
  <dcterms:modified xsi:type="dcterms:W3CDTF">2026-02-08T09:13:04Z</dcterms:modified>
</cp:coreProperties>
</file>