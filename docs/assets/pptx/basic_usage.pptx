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Hello from gopptx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Create slides programmatically in Go.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Add shapes, text, charts, images, and more.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Export to .pptx in milliseconds.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2E4057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1800" b="0" i="0" u="none" dirty="0">
                <a:solidFill>
                  <a:srgbClr val="FFFFFF"/>
                </a:solidFill>
              </a:rPr>
              <a:t>Open-source • High-performance • Go +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– Basic Usage</dc:title>
  <dc:subject/>
  <dc:creator>gopptx</dc:creator>
  <cp:lastModifiedBy>gopptx</cp:lastModifiedBy>
  <dc:description/>
  <cp:revision>1</cp:revision>
  <dcterms:created xsi:type="dcterms:W3CDTF">2026-03-18T17:07:34Z</dcterms:created>
  <dcterms:modified xsi:type="dcterms:W3CDTF">2026-03-18T17:07:34Z</dcterms:modified>
</cp:coreProperties>
</file>