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/>
          <p:nvPr>
            <p:ph type="title" idx="0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Hello from gopptx</a:t>
            </a:r>
          </a:p>
        </p:txBody>
      </p:sp>
      <p:sp>
        <p:nvSpPr>
          <p:cNvPr id="3" name="Content"/>
          <p:cNvSpPr/>
          <p:nvPr>
            <p:ph type="body" idx="1"/>
          </p:nvPr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Create slides programmatically in Go.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Add shapes, text, charts, images, and more.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Export to .pptx in milliseconds.</a:t>
            </a:r>
          </a:p>
        </p:txBody>
      </p:sp>
      <p:sp>
        <p:nvSpPr>
          <p:cNvPr id="4" name="Shape 4" descr="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solidFill>
            <a:srgbClr val="2E4057"/>
          </a:solidFill>
        </p:spPr>
        <p:txBody>
          <a:bodyPr wrap="square" rtlCol="0" anchor="ctr" lIns="457200" tIns="457200" rIns="457200" bIns="45720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</a:rPr>
              <a:t>Open-source • High-performance • Go +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gopptx – Basic Usage</dc:title>
  <dc:subject/>
  <dc:creator>gopptx</dc:creator>
  <cp:lastModifiedBy>gopptx</cp:lastModifiedBy>
  <dc:description/>
  <cp:revision>1</cp:revision>
  <dcterms:created xsi:type="dcterms:W3CDTF">2026-05-12T02:40:06Z</dcterms:created>
  <dcterms:modified xsi:type="dcterms:W3CDTF">2026-05-12T02:40:06Z</dcterms:modified>
</cp:coreProperties>
</file>