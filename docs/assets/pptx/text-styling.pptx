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1" u="none" dirty="0">
                <a:solidFill>
                  <a:srgbClr val="FF0000"/>
                </a:solidFill>
              </a:rPr>
              <a:t>Combined Styling Demo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sng" dirty="0">
                <a:solidFill>
                  <a:srgbClr val="0000FF"/>
                </a:solidFill>
              </a:rPr>
              <a:t>Content is underlined and blue.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Combined Styling Test</dc:title>
  <dc:subject/>
  <dc:creator>gopptx</dc:creator>
  <cp:lastModifiedBy>gopptx</cp:lastModifiedBy>
  <dc:description/>
  <cp:revision>1</cp:revision>
  <dcterms:created xsi:type="dcterms:W3CDTF">2026-03-16T19:22:42Z</dcterms:created>
  <dcterms:modified xsi:type="dcterms:W3CDTF">2026-03-16T19:22:42Z</dcterms:modified>
</cp:coreProperties>
</file>