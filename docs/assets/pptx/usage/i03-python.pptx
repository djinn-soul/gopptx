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lide Number Visible"/>
          <p:cNvSpPr>
            <a:spLocks noGrp="1"/>
          </p:cNvSpPr>
          <p:nvPr>
            <p:ph type="sldNum" sz="quarter" idx="12"/>
          </p:nvPr>
        </p:nvSpPr>
        <p:spPr>
          <a:xfrm>
            <a:off x="8138160" y="6187440"/>
            <a:ext cx="54864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fld type="slidenum" id="{282E2E67-0C23-4552-87C9-2C764654F79F}">
              <a:rPr lang="en-US" smtClean="0"/>
              <a:t>‹#›</a:t>
            </a:fld>
            <a:endParaRPr lang="en-US" smtClean="0"/>
          </a:p>
        </p:txBody>
      </p:sp>
      <p:sp>
        <p:nvSpPr>
          <p:cNvPr id="3" name="Footer Visible"/>
          <p:cNvSpPr>
            <a:spLocks noGrp="1"/>
          </p:cNvSpPr>
          <p:nvPr>
            <p:ph type="ftr" sz="quarter" idx="11"/>
          </p:nvPr>
        </p:nvSpPr>
        <p:spPr>
          <a:xfrm>
            <a:off x="3505200" y="6187440"/>
            <a:ext cx="21336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/>
              <a:t>Confidential</a:t>
            </a:r>
          </a:p>
        </p:txBody>
      </p:sp>
      <p:sp>
        <p:nvSpPr>
          <p:cNvPr id="4" name="Date Visible"/>
          <p:cNvSpPr>
            <a:spLocks noGrp="1"/>
          </p:cNvSpPr>
          <p:nvPr>
            <p:ph type="dt" sz="quarter" idx="10"/>
          </p:nvPr>
        </p:nvSpPr>
        <p:spPr>
          <a:xfrm>
            <a:off x="457200" y="6187440"/>
            <a:ext cx="21336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fld type="datetime1" id="{A1B2C3D4-E5F6-7890-ABCD-EF1234567890}">
              <a:rPr lang="en-US" dirty="0"/>
              <a:t>2026-03-20</a:t>
            </a:fld>
            <a:endParaRPr lang="en-US" dirty="0"/>
          </a:p>
        </p:txBody>
      </p:sp>
    </p:spTree>
  </p:cSld>
  <p:clrMapOvr>
    <a:masterClrMapping/>
  </p:clrMapOvr>
  <p:hf sldNum="1" dt="1" ftr="1">
    <p:ftr>
      <a:r>
        <a:t>Confidential</a:t>
      </a:r>
    </p:ftr>
    <p:dt>
      <a:r>
        <a:t>2026-03-20</a:t>
      </a:r>
    </p:dt>
  </p:hf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I03 Headers and Footers</dc:title>
  <dc:creator>gopptx</dc:creator>
  <cp:lastModifiedBy>gopptx</cp:lastModifiedBy>
  <cp:revision>1</cp:revision>
  <dcterms:created xsi:type="dcterms:W3CDTF">2026-03-20T09:36:18Z</dcterms:created>
  <dcterms:modified xsi:type="dcterms:W3CDTF">2026-03-20T09:36:18Z</dcterms:modified>
</cp:coreProperties>
</file>