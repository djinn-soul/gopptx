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S10 Slide Transitions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Slide 1: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Slide 2: Fade Entry</a:t>
            </a:r>
          </a:p>
        </p:txBody>
      </p:sp>
    </p:spTree>
  </p:cSld>
  <p:clrMapOvr>
    <a:masterClrMapping/>
  </p:clrMapOvr>
  <p:transition xmlns:p14="http://schemas.microsoft.com/office/powerpoint/2010/main" p14:dur="1000">
    <p:fade/>
  </p:transition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S10 Slide Transitions</dc:title>
  <dc:creator>gopptx</dc:creator>
  <cp:lastModifiedBy>gopptx</cp:lastModifiedBy>
  <cp:revision>1</cp:revision>
  <dcterms:created xsi:type="dcterms:W3CDTF">2026-03-21T11:22:26Z</dcterms:created>
  <dcterms:modified xsi:type="dcterms:W3CDTF">2026-03-21T11:22:26Z</dcterms:modified>
</cp:coreProperties>
</file>