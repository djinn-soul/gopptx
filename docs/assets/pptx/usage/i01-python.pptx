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graphicFrame>
        <p:nvGraphicFramePr>
          <p:cNvPr id="2" name="Table 1" descr=""/>
          <p:cNvGraphicFramePr>
            <a:graphicFrameLocks noGrp="1"/>
          </p:cNvGraphicFramePr>
          <p:nvPr/>
        </p:nvGraphicFramePr>
        <p:xfrm>
          <a:off x="731520" y="1280160"/>
          <a:ext cx="7315200" cy="2194560"/>
        </p:xfrm>
        <a:graphic>
          <a:graphicData uri="http://schemas.openxmlformats.org/drawingml/2006/table">
            <a:tbl>
              <a:tblPr firstRow="1" bandRow="1" lastCol="0" bandCol="0" firstCol="0" lastRow="0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rPr/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/>
                        <a:t>Docs revamp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Design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Ready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/>
                        <a:t>Usage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Docs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Queued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I01 Project Status Table</dc:title>
  <dc:creator>gopptx</dc:creator>
  <cp:lastModifiedBy>gopptx</cp:lastModifiedBy>
  <cp:revision>1</cp:revision>
  <dcterms:created xsi:type="dcterms:W3CDTF">2026-03-20T06:47:10Z</dcterms:created>
  <dcterms:modified xsi:type="dcterms:W3CDTF">2026-03-20T06:47:10Z</dcterms:modified>
</cp:coreProperties>
</file>