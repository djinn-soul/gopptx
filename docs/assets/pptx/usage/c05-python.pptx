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4"/>
    <p:sldId id="259" r:id="rId5"/>
    <p:sldId id="260" r:id="rId6"/>
    <p:sldId id="261" r:id="rId7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Q4 Launch Readiness - Status Update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OKR Status</a:t>
            </a:r>
          </a:p>
        </p:txBody>
      </p:sp>
      <p:sp>
        <p:nvSpPr>
          <p:cNvPr id="3" name="Content"/>
          <p:cNvSpPr/>
          <p:nvPr>
            <p:ph type="body" idx="1"/>
          </p:nvPr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Ship onboarding revamp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Reduce support backlog by 30%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Risks &amp; Blockers</a:t>
            </a:r>
          </a:p>
        </p:txBody>
      </p:sp>
      <p:sp>
        <p:nvSpPr>
          <p:cNvPr id="3" name="Content"/>
          <p:cNvSpPr/>
          <p:nvPr>
            <p:ph type="body" idx="1"/>
          </p:nvPr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Legal review pending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Final content freeze is not 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Next Steps</a:t>
            </a:r>
          </a:p>
        </p:txBody>
      </p:sp>
      <p:sp>
        <p:nvSpPr>
          <p:cNvPr id="3" name="Content"/>
          <p:cNvSpPr/>
          <p:nvPr>
            <p:ph type="body" idx="1"/>
          </p:nvPr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Approve final copy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Schedule rollout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Notify customer success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F172A"/>
      </a:dk1>
      <a:lt1>
        <a:sysClr val="window" lastClr="FFFFFF"/>
      </a:lt1>
      <a:dk2>
        <a:srgbClr val="1E293B"/>
      </a:dk2>
      <a:lt2>
        <a:srgbClr val="F7FAFC"/>
      </a:lt2>
      <a:accent1>
        <a:srgbClr val="2563EB"/>
      </a:accent1>
      <a:accent2>
        <a:srgbClr val="14B8A6"/>
      </a:accent2>
      <a:accent3>
        <a:srgbClr val="F59E0B"/>
      </a:accent3>
      <a:accent4>
        <a:srgbClr val="8B5CF6"/>
      </a:accent4>
      <a:accent5>
        <a:srgbClr val="EC4899"/>
      </a:accent5>
      <a:accent6>
        <a:srgbClr val="0EA5E9"/>
      </a:accent6>
      <a:hlink>
        <a:srgbClr val="2563EB"/>
      </a:hlink>
      <a:folHlink>
        <a:srgbClr val="800080"/>
      </a:folHlink>
    </a:clrScheme>
    <a:fontScheme name="Office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Q4 Launch Readiness - Status Update</dc:title>
  <dc:creator>gopptx</dc:creator>
  <cp:lastModifiedBy>gopptx</cp:lastModifiedBy>
  <cp:revision>1</cp:revision>
  <dcterms:created xsi:type="dcterms:W3CDTF">2026-03-21T03:15:41Z</dcterms:created>
  <dcterms:modified xsi:type="dcterms:W3CDTF">2026-03-21T03:15:41Z</dcterms:modified>
</cp:coreProperties>
</file>