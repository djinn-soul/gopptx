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embeddings/Microsoft_Excel_Worksheet1.xlsx" ContentType="application/vnd.openxmlformats-officedocument.spreadsheetml.sheet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/Relationships>
</file>

<file path=ppt/charts/_rels/chart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Worksheet1.xlsx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Revenue by Region (USD K)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Series 1</c:v>
          </c:tx>
          <c:spPr>
            <a:solidFill>
              <a:srgbClr val="4F81BD"/>
            </a:solidFill>
          </c:spPr>
          <c:cat>
            <c:strLit>
              <c:ptCount val="4"/>
              <c:pt idx="0">
                <c:v>North</c:v>
              </c:pt>
              <c:pt idx="1">
                <c:v>West</c:v>
              </c:pt>
              <c:pt idx="2">
                <c:v>South</c:v>
              </c:pt>
              <c:pt idx="3">
                <c:v>East</c:v>
              </c:pt>
            </c:strLit>
          </c:cat>
          <c:val>
            <c:numLit>
              <c:formatCode>General</c:formatCode>
              <c:ptCount val="4"/>
              <c:pt idx="0">
                <c:v>460.000000</c:v>
              </c:pt>
              <c:pt idx="1">
                <c:v>370.000000</c:v>
              </c:pt>
              <c:pt idx="2">
                <c:v>290.000000</c:v>
              </c:pt>
              <c:pt idx="3">
                <c:v>264.000000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majorGridlines/>
        <c:numFmt formatCode="General" sourceLinked="1"/>
        <c:tickLblPos val="nextTo"/>
        <c:crossAx val="48650112"/>
        <c:crosses val="autoZero"/>
        <c:crossBetween val="between"/>
      </c:valAx>
    </c:plotArea>
    <c:plotVisOnly val="1"/>
  </c:chart>
</c:chartSpace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chart" Target="../charts/char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 xmlns:a="http://schemas.openxmlformats.org/drawingml/2006/main" xmlns:p="http://schemas.openxmlformats.org/presentationml/2006/main" xmlns:r="http://schemas.openxmlformats.org/officeDocument/2006/relationships">
        <p:nvSpPr>
          <p:cNvPr id="2" name="rect 2"/>
          <p:cNvSpPr/>
          <p:nvPr/>
        </p:nvSpPr>
        <p:spPr>
          <a:xfrm>
            <a:off x="731520" y="320040"/>
            <a:ext cx="6217920" cy="457200"/>
          </a:xfrm>
          <a:prstGeom prst="rect">
            <a:avLst/>
          </a:prstGeom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Dynamic Report Generation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3" name="rect 3"/>
          <p:cNvSpPr/>
          <p:nvPr/>
        </p:nvSpPr>
        <p:spPr>
          <a:xfrm>
            <a:off x="731520" y="749808"/>
            <a:ext cx="6217920" cy="292608"/>
          </a:xfrm>
          <a:prstGeom prst="rect">
            <a:avLst/>
          </a:prstGeom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Build full PPTX reports from JSON, CSV, or database rows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4" name="roundRect 4"/>
          <p:cNvSpPr/>
          <p:nvPr/>
        </p:nvSpPr>
        <p:spPr>
          <a:xfrm>
            <a:off x="731520" y="1234440"/>
            <a:ext cx="1645920" cy="914400"/>
          </a:xfrm>
          <a:prstGeom prst="rect">
            <a:avLst/>
          </a:prstGeom>
          <a:solidFill>
            <a:srgbClr val="EEF4FB"/>
          </a:solidFill>
          <a:ln w="12700">
            <a:solidFill>
              <a:srgbClr val="A9C4E2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Revenue
$1.38M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5" name="roundRect 5"/>
          <p:cNvSpPr/>
          <p:nvPr/>
        </p:nvSpPr>
        <p:spPr>
          <a:xfrm>
            <a:off x="2514600" y="1234440"/>
            <a:ext cx="164592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B8D5B8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Orders
414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6" name="roundRect 6"/>
          <p:cNvSpPr/>
          <p:nvPr/>
        </p:nvSpPr>
        <p:spPr>
          <a:xfrm>
            <a:off x="731520" y="2331720"/>
            <a:ext cx="1645920" cy="914400"/>
          </a:xfrm>
          <a:prstGeom prst="rect">
            <a:avLst/>
          </a:prstGeom>
          <a:solidFill>
            <a:srgbClr val="FCE4D6"/>
          </a:solidFill>
          <a:ln w="12700">
            <a:solidFill>
              <a:srgbClr val="E8B89C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Avg attainment
104%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7" name="roundRect 7"/>
          <p:cNvSpPr/>
          <p:nvPr/>
        </p:nvSpPr>
        <p:spPr>
          <a:xfrm>
            <a:off x="2514600" y="2331720"/>
            <a:ext cx="1645920" cy="914400"/>
          </a:xfrm>
          <a:prstGeom prst="rect">
            <a:avLst/>
          </a:prstGeom>
          <a:solidFill>
            <a:srgbClr val="FFF2CC"/>
          </a:solidFill>
          <a:ln w="12700">
            <a:solidFill>
              <a:srgbClr val="E0C75C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Top region
North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8" name="roundRect 8"/>
          <p:cNvSpPr/>
          <p:nvPr/>
        </p:nvSpPr>
        <p:spPr>
          <a:xfrm>
            <a:off x="4389120" y="1143000"/>
            <a:ext cx="365760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0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/>
            </a:r>
          </a:p>
        </p:txBody>
      </p:sp>
      <p:graphicFrame xmlns:a="http://schemas.openxmlformats.org/drawingml/2006/main" xmlns:p="http://schemas.openxmlformats.org/presentationml/2006/main" xmlns:r="http://schemas.openxmlformats.org/officeDocument/2006/relationships">
        <p:nvGraphicFramePr>
          <p:cNvPr id="9" name="Revenue by Region (USD K)"/>
          <p:cNvGraphicFramePr/>
          <p:nvPr/>
        </p:nvGraphicFramePr>
        <p:xfrm>
          <a:off x="4526280" y="1325880"/>
          <a:ext cx="338328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 xmlns:a="http://schemas.openxmlformats.org/drawingml/2006/main" xmlns:p="http://schemas.openxmlformats.org/presentationml/2006/main" xmlns:r="http://schemas.openxmlformats.org/officeDocument/2006/relationships">
        <p:nvSpPr>
          <p:cNvPr id="10" name="rect 10"/>
          <p:cNvSpPr/>
          <p:nvPr/>
        </p:nvSpPr>
        <p:spPr>
          <a:xfrm>
            <a:off x="731520" y="3657600"/>
            <a:ext cx="7315200" cy="457200"/>
          </a:xfrm>
          <a:prstGeom prst="rect">
            <a:avLst/>
          </a:prstGeom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JSON metadata drives the title block. CSV rows feed the chart. Database query rows can use the same dict schema.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 xmlns:a="http://schemas.openxmlformats.org/drawingml/2006/main" xmlns:p="http://schemas.openxmlformats.org/presentationml/2006/main" xmlns:r="http://schemas.openxmlformats.org/officeDocument/2006/relationships">
        <p:nvSpPr>
          <p:cNvPr id="2" name="rect 2"/>
          <p:cNvSpPr/>
          <p:nvPr/>
        </p:nvSpPr>
        <p:spPr>
          <a:xfrm>
            <a:off x="731520" y="320040"/>
            <a:ext cx="5303520" cy="411480"/>
          </a:xfrm>
          <a:prstGeom prst="rect">
            <a:avLst/>
          </a:prstGeom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Regional Detail Table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3" name="rect 3"/>
          <p:cNvSpPr/>
          <p:nvPr/>
        </p:nvSpPr>
        <p:spPr>
          <a:xfrm>
            <a:off x="731520" y="749808"/>
            <a:ext cx="7680960" cy="274320"/>
          </a:xfrm>
          <a:prstGeom prst="rect">
            <a:avLst/>
          </a:prstGeom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The same row structure can come from JSON records, CSV files, or SQL query results.</a:t>
            </a:r>
          </a:p>
        </p:txBody>
      </p:sp>
      <p:graphicFrame>
        <p:nvGraphicFramePr>
          <p:cNvPr id="4" name="Table 1" descr=""/>
          <p:cNvGraphicFramePr>
            <a:graphicFrameLocks noGrp="1"/>
          </p:cNvGraphicFramePr>
          <p:nvPr/>
        </p:nvGraphicFramePr>
        <p:xfrm>
          <a:off x="731520" y="1234440"/>
          <a:ext cx="7863840" cy="2697480"/>
        </p:xfrm>
        <a:graphic>
          <a:graphicData uri="http://schemas.openxmlformats.org/drawingml/2006/table">
            <a:tbl>
              <a:tblPr firstRow="1" bandRow="1" bandCol="0" firstCol="0" lastRow="0" lastCol="0">
                <a:tableStyleId>{5C22544A-7EE6-4342-B048-85BDC9FD1C3A}</a:tableStyleId>
              </a:tblPr>
              <a:tblGrid>
                <a:gridCol w="1572768"/>
                <a:gridCol w="1572768"/>
                <a:gridCol w="1572768"/>
                <a:gridCol w="1572768"/>
                <a:gridCol w="1572768"/>
              </a:tblGrid>
              <a:tr h="539496">
                <a:tc>
                  <a:txBody>
                    <a:bodyPr/>
                    <a:lstStyle/>
                    <a:p>
                      <a:r>
                        <a:rPr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Attainment</a:t>
                      </a:r>
                    </a:p>
                  </a:txBody>
                  <a:tcPr/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$0.46M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$0.42M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110%</a:t>
                      </a:r>
                    </a:p>
                  </a:txBody>
                  <a:tcPr/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/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$0.37M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$0.35M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106%</a:t>
                      </a:r>
                    </a:p>
                  </a:txBody>
                  <a:tcPr/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/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$0.29M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$0.31M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94%</a:t>
                      </a:r>
                    </a:p>
                  </a:txBody>
                  <a:tcPr/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/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$0.26M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$0.25M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106%</a:t>
                      </a:r>
                    </a:p>
                  </a:txBody>
                  <a:tcPr/>
                </a:tc>
              </a:tr>
            </a:tbl>
          </a:graphicData>
        </a:graphic>
      </p:graphicFrame>
      <p:sp xmlns:a="http://schemas.openxmlformats.org/drawingml/2006/main" xmlns:p="http://schemas.openxmlformats.org/presentationml/2006/main" xmlns:r="http://schemas.openxmlformats.org/officeDocument/2006/relationships">
        <p:nvSpPr>
          <p:cNvPr id="5" name="rect 5"/>
          <p:cNvSpPr/>
          <p:nvPr/>
        </p:nvSpPr>
        <p:spPr>
          <a:xfrm>
            <a:off x="731520" y="4069080"/>
            <a:ext cx="7863840" cy="274320"/>
          </a:xfrm>
          <a:prstGeom prst="rect">
            <a:avLst/>
          </a:prstGeom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Generated by gopptx for Finance Operations (Q1 2026).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F172A"/>
      </a:dk1>
      <a:lt1>
        <a:sysClr val="window" lastClr="FFFFFF"/>
      </a:lt1>
      <a:dk2>
        <a:srgbClr val="1E293B"/>
      </a:dk2>
      <a:lt2>
        <a:srgbClr val="F7FAFC"/>
      </a:lt2>
      <a:accent1>
        <a:srgbClr val="2563EB"/>
      </a:accent1>
      <a:accent2>
        <a:srgbClr val="14B8A6"/>
      </a:accent2>
      <a:accent3>
        <a:srgbClr val="F59E0B"/>
      </a:accent3>
      <a:accent4>
        <a:srgbClr val="8B5CF6"/>
      </a:accent4>
      <a:accent5>
        <a:srgbClr val="EC4899"/>
      </a:accent5>
      <a:accent6>
        <a:srgbClr val="0EA5E9"/>
      </a:accent6>
      <a:hlink>
        <a:srgbClr val="2563EB"/>
      </a:hlink>
      <a:folHlink>
        <a:srgbClr val="800080"/>
      </a:folHlink>
    </a:clrScheme>
    <a:fontScheme name="Office font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Report Generation</dc:title>
  <dc:creator>gopptx</dc:creator>
  <cp:lastModifiedBy>gopptx</cp:lastModifiedBy>
  <cp:revision>1</cp:revision>
  <dcterms:created xsi:type="dcterms:W3CDTF">2026-03-20T13:04:32Z</dcterms:created>
  <dcterms:modified xsi:type="dcterms:W3CDTF">2026-03-20T13:04:32Z</dcterms:modified>
</cp:coreProperties>
</file>