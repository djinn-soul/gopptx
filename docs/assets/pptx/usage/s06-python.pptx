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Basic Shapes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914400" y="1645920"/>
            <a:ext cx="2011680" cy="1188720"/>
          </a:xfrm>
          <a:prstGeom prst="rect">
            <a:avLst/>
          </a:prstGeom>
          <a:solidFill>
            <a:srgbClr val="DCE6F2"/>
          </a:solidFill>
          <a:ln w="12700">
            <a:solidFill>
              <a:srgbClr val="1F4E78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Rectangle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ellipse 4"/>
          <p:cNvSpPr/>
          <p:nvPr/>
        </p:nvSpPr>
        <p:spPr>
          <a:xfrm>
            <a:off x="4206240" y="1645920"/>
            <a:ext cx="1645920" cy="1645920"/>
          </a:xfrm>
          <a:prstGeom prst="ellipse">
            <a:avLst/>
          </a:prstGeom>
          <a:solidFill>
            <a:srgbClr val="FCE4D6"/>
          </a:solidFill>
          <a:ln w="12700">
            <a:solidFill>
              <a:srgbClr val="9C3F00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Circle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straight 5"/>
          <p:cNvSpPr/>
          <p:nvPr/>
        </p:nvSpPr>
        <p:spPr>
          <a:xfrm>
            <a:off x="2377440" y="2468880"/>
            <a:ext cx="1828800" cy="1"/>
          </a:xfrm>
          <a:prstGeom prst="rect">
            <a:avLst/>
          </a:prstGeom>
          <a:ln w="19050">
            <a:solidFill>
              <a:srgbClr val="444444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S06 Add Basic Shapes</dc:title>
  <dc:creator>gopptx</dc:creator>
  <cp:lastModifiedBy>gopptx</cp:lastModifiedBy>
  <cp:revision>1</cp:revision>
  <dcterms:created xsi:type="dcterms:W3CDTF">2026-03-19T16:11:40Z</dcterms:created>
  <dcterms:modified xsi:type="dcterms:W3CDTF">2026-03-19T16:11:40Z</dcterms:modified>
</cp:coreProperties>
</file>