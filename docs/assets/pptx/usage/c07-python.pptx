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Relationship Id="rId4" Type="http://schemas.openxmlformats.org/officeDocument/2006/relationships/slide" Target="slides/slide2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>
            <p:ph type="title" idx="0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C07 Export &amp; Distribution Pipeline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3" name="roundRect 3"/>
          <p:cNvSpPr/>
          <p:nvPr/>
        </p:nvSpPr>
        <p:spPr>
          <a:xfrm>
            <a:off x="685800" y="1417320"/>
            <a:ext cx="2194560" cy="1024128"/>
          </a:xfrm>
          <a:prstGeom prst="rect">
            <a:avLst/>
          </a:prstGeom>
          <a:solidFill>
            <a:srgbClr val="D9EAF7"/>
          </a:solidFill>
          <a:ln w="12700">
            <a:solidFill>
              <a:srgbClr val="4A86B8"/>
            </a:solidFill>
          </a:ln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>Build PPTX
quarterly_report.pptx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4" name="roundRect 4"/>
          <p:cNvSpPr/>
          <p:nvPr/>
        </p:nvSpPr>
        <p:spPr>
          <a:xfrm>
            <a:off x="3154680" y="1417320"/>
            <a:ext cx="2194560" cy="1024128"/>
          </a:xfrm>
          <a:prstGeom prst="rect">
            <a:avLst/>
          </a:prstGeom>
          <a:solidFill>
            <a:srgbClr val="E2F0D9"/>
          </a:solidFill>
          <a:ln w="12700">
            <a:solidFill>
              <a:srgbClr val="5F8C5A"/>
            </a:solidFill>
          </a:ln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>Export PDF
quarterly_report.pdf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5" name="roundRect 5"/>
          <p:cNvSpPr/>
          <p:nvPr/>
        </p:nvSpPr>
        <p:spPr>
          <a:xfrm>
            <a:off x="5623560" y="1417320"/>
            <a:ext cx="2194560" cy="1024128"/>
          </a:xfrm>
          <a:prstGeom prst="rect">
            <a:avLst/>
          </a:prstGeom>
          <a:solidFill>
            <a:srgbClr val="FCE4D6"/>
          </a:solidFill>
          <a:ln w="12700">
            <a:solidFill>
              <a:srgbClr val="C27A2C"/>
            </a:solidFill>
          </a:ln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>Batch PNG
slide_*.png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6" name="straight 6"/>
          <p:cNvSpPr/>
          <p:nvPr/>
        </p:nvSpPr>
        <p:spPr>
          <a:xfrm>
            <a:off x="2898648" y="1920240"/>
            <a:ext cx="192024" cy="1"/>
          </a:xfrm>
          <a:prstGeom prst="rect">
            <a:avLst/>
          </a:prstGeom>
          <a:ln w="19050">
            <a:solidFill>
              <a:srgbClr val="64748B"/>
            </a:solidFill>
          </a:ln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/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7" name="straight 7"/>
          <p:cNvSpPr/>
          <p:nvPr/>
        </p:nvSpPr>
        <p:spPr>
          <a:xfrm>
            <a:off x="5367528" y="1920240"/>
            <a:ext cx="192024" cy="1"/>
          </a:xfrm>
          <a:prstGeom prst="rect">
            <a:avLst/>
          </a:prstGeom>
          <a:ln w="19050">
            <a:solidFill>
              <a:srgbClr val="64748B"/>
            </a:solidFill>
          </a:ln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/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8" name="roundRect 8"/>
          <p:cNvSpPr/>
          <p:nvPr/>
        </p:nvSpPr>
        <p:spPr>
          <a:xfrm>
            <a:off x="868680" y="2971800"/>
            <a:ext cx="690372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>CI/CD friendly: generate one PPTX, archive a PDF, and publish all slide PNGs as build artifacts.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>
            <p:ph type="title" idx="0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Distribution Targets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3" name="roundRect 3"/>
          <p:cNvSpPr/>
          <p:nvPr/>
        </p:nvSpPr>
        <p:spPr>
          <a:xfrm>
            <a:off x="731520" y="1325880"/>
            <a:ext cx="2148840" cy="1508760"/>
          </a:xfrm>
          <a:prstGeom prst="rect">
            <a:avLst/>
          </a:prstGeom>
          <a:solidFill>
            <a:srgbClr val="DCE6F2"/>
          </a:solidFill>
          <a:ln w="12700">
            <a:solidFill>
              <a:srgbClr val="5B9BD5"/>
            </a:solidFill>
          </a:ln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>PPTX source
docs/assets/pptx/usage/c07-python.pptx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4" name="roundRect 4"/>
          <p:cNvSpPr/>
          <p:nvPr/>
        </p:nvSpPr>
        <p:spPr>
          <a:xfrm>
            <a:off x="2971800" y="1325880"/>
            <a:ext cx="2148840" cy="1508760"/>
          </a:xfrm>
          <a:prstGeom prst="rect">
            <a:avLst/>
          </a:prstGeom>
          <a:solidFill>
            <a:srgbClr val="E2F0D9"/>
          </a:solidFill>
          <a:ln w="12700">
            <a:solidFill>
              <a:srgbClr val="70AD47"/>
            </a:solidFill>
          </a:ln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>PDF export
docs/assets/pdf/usage/c07-python.pdf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5" name="roundRect 5"/>
          <p:cNvSpPr/>
          <p:nvPr/>
        </p:nvSpPr>
        <p:spPr>
          <a:xfrm>
            <a:off x="5212080" y="1325880"/>
            <a:ext cx="2148840" cy="1508760"/>
          </a:xfrm>
          <a:prstGeom prst="rect">
            <a:avLst/>
          </a:prstGeom>
          <a:solidFill>
            <a:srgbClr val="FCE4D6"/>
          </a:solidFill>
          <a:ln w="12700">
            <a:solidFill>
              <a:srgbClr val="ED7D31"/>
            </a:solidFill>
          </a:ln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>PNG batch
docs/assets/images/usage/c07-python.png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6" name="roundRect 6"/>
          <p:cNvSpPr/>
          <p:nvPr/>
        </p:nvSpPr>
        <p:spPr>
          <a:xfrm>
            <a:off x="777240" y="3246120"/>
            <a:ext cx="6812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>Reporting pipelines can publish the PDF for review and the PNGs for docs, while the PPTX remains the editable source artifact.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marketing">
  <a:themeElements>
    <a:clrScheme name="Office color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1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C07 Export &amp; Distribution Pipeline</dc:title>
  <dc:creator>gopptx</dc:creator>
  <cp:lastModifiedBy>gopptx</cp:lastModifiedBy>
  <cp:revision>1</cp:revision>
  <dcterms:created xsi:type="dcterms:W3CDTF">2026-03-21T05:48:08Z</dcterms:created>
  <dcterms:modified xsi:type="dcterms:W3CDTF">2026-03-21T05:48:08Z</dcterms:modified>
</cp:coreProperties>
</file>