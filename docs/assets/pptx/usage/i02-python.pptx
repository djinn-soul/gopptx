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fld id="{8583B92D-B326-4076-96F9-126CB471A9B6}" type="datetime1">
              <a:rPr lang="en-US"/>
              <a:pPr/>
              <a:t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>
          <a:xfrm>
            <a:off x="1143000" y="4572000"/>
            <a:ext cx="4572000" cy="38862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1E4E639B-83C3-4404-B32B-98A843E836F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1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457200" indent="-457200">
              <a:buChar char="•"/>
            </a:pPr>
            <a:r>
              <a:rPr lang="en-US" sz="1200" b="0" i="0" u="none" dirty="0"/>
              <a:t>Presenter notes:
- Introduce the agenda
- Call out the demo flow
- Remind the audience about next steps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5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Speaker Notes Support</a:t>
            </a:r>
          </a:p>
        </p:txBody>
      </p:sp>
      <p:sp>
        <p:nvSpPr>
          <p:cNvPr id="3" name="Content"/>
          <p:cNvSpPr/>
          <p:nvPr>
            <p:ph type="body" idx="1"/>
          </p:nvPr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Visible slide content still renders normally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Notes stay attached to the deck for presenters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I02 Speaker Notes Support</dc:title>
  <dc:creator>gopptx</dc:creator>
  <cp:lastModifiedBy>gopptx</cp:lastModifiedBy>
  <cp:revision>1</cp:revision>
  <dcterms:created xsi:type="dcterms:W3CDTF">2026-03-20T06:53:35Z</dcterms:created>
  <dcterms:modified xsi:type="dcterms:W3CDTF">2026-03-20T06:53:35Z</dcterms:modified>
</cp:coreProperties>
</file>