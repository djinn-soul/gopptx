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Q2 Status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Revenue: 120% of target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Pipeline: 18 active deals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Risks: hiring delay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Q2 Status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Revenue: 120% of target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Pipeline: 18 active deals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Risks: hiring delay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Q2 vs Q3 Comparison</a:t>
            </a:r>
          </a:p>
        </p:txBody>
      </p:sp>
      <p:pic>
        <p:nvPicPr>
          <p:cNvPr id="3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78992"/>
            <a:ext cx="3383280" cy="4297680"/>
          </a:xfrm>
          <a:prstGeom prst="rect">
            <a:avLst/>
          </a:prstGeom>
        </p:spPr>
      </p:pic>
      <p:pic>
        <p:nvPicPr>
          <p:cNvPr id="4" name="Picture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078992"/>
            <a:ext cx="3383280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Clone / Duplicate Slide Content</dc:title>
  <dc:subject/>
  <dc:creator>gopptx</dc:creator>
  <cp:lastModifiedBy>gopptx</cp:lastModifiedBy>
  <dc:description/>
  <cp:revision>1</cp:revision>
  <dcterms:created xsi:type="dcterms:W3CDTF">2026-03-21T02:20:59Z</dcterms:created>
  <dcterms:modified xsi:type="dcterms:W3CDTF">2026-03-21T02:20:59Z</dcterms:modified>
</cp:coreProperties>
</file>