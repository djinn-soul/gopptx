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731520" y="320040"/>
            <a:ext cx="6217920" cy="45720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Code-to-Slide Rendering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731520" y="749808"/>
            <a:ext cx="6217920" cy="292608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Generate slides programmatically from structured input.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731520" y="1234440"/>
            <a:ext cx="1737360" cy="86868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2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Structured input
JSON spec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roundRect 5"/>
          <p:cNvSpPr/>
          <p:nvPr/>
        </p:nvSpPr>
        <p:spPr>
          <a:xfrm>
            <a:off x="2633472" y="1234440"/>
            <a:ext cx="173736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B8D5B8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Renderer
Switch on kind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" name="roundRect 6"/>
          <p:cNvSpPr/>
          <p:nvPr/>
        </p:nvSpPr>
        <p:spPr>
          <a:xfrm>
            <a:off x="4535424" y="1234440"/>
            <a:ext cx="1737360" cy="868680"/>
          </a:xfrm>
          <a:prstGeom prst="rect">
            <a:avLst/>
          </a:prstGeom>
          <a:solidFill>
            <a:srgbClr val="FCE4D6"/>
          </a:solidFill>
          <a:ln w="12700">
            <a:solidFill>
              <a:srgbClr val="E8B89C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Output
3 slides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7" name="roundRect 7"/>
          <p:cNvSpPr/>
          <p:nvPr/>
        </p:nvSpPr>
        <p:spPr>
          <a:xfrm>
            <a:off x="731520" y="2331720"/>
            <a:ext cx="27889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8" name="rect 8"/>
          <p:cNvSpPr/>
          <p:nvPr/>
        </p:nvSpPr>
        <p:spPr>
          <a:xfrm>
            <a:off x="932688" y="2578608"/>
            <a:ext cx="2377440" cy="155448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Input schema
- title
- subtitle
- sections[]
- kind
- bullets or rows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9" name="roundRect 9"/>
          <p:cNvSpPr/>
          <p:nvPr/>
        </p:nvSpPr>
        <p:spPr>
          <a:xfrm>
            <a:off x="3794760" y="2331720"/>
            <a:ext cx="3703320" cy="2240280"/>
          </a:xfrm>
          <a:prstGeom prst="rect">
            <a:avLst/>
          </a:prstGeom>
          <a:solidFill>
            <a:srgbClr val="F8FBFF"/>
          </a:solidFill>
          <a:ln w="12700">
            <a:solidFill>
              <a:srgbClr val="C9D3E0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0" name="rect 10"/>
          <p:cNvSpPr/>
          <p:nvPr/>
        </p:nvSpPr>
        <p:spPr>
          <a:xfrm>
            <a:off x="4023360" y="2542032"/>
            <a:ext cx="3200400" cy="164592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Rendering flow
1. Load structured input
2. Render cover slide
3. Map each section to a slide
4. Save PPTX output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rect 11"/>
          <p:cNvSpPr/>
          <p:nvPr/>
        </p:nvSpPr>
        <p:spPr>
          <a:xfrm>
            <a:off x="731520" y="4800600"/>
            <a:ext cx="7315200" cy="27432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The same pattern works for JSON, Python dicts, or database query rows.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11277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Renderer Rules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11277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Read a JSON or dict payload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Switch on section kind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Emit slides in the declared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731520" y="320040"/>
            <a:ext cx="5852160" cy="41148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Metrics Snapshot</a:t>
            </a:r>
          </a:p>
        </p:txBody>
      </p:sp>
      <p:graphicFrame>
        <p:nvGraphicFramePr>
          <p:cNvPr id="3" name="Table 1" descr=""/>
          <p:cNvGraphicFramePr>
            <a:graphicFrameLocks noGrp="1"/>
          </p:cNvGraphicFramePr>
          <p:nvPr/>
        </p:nvGraphicFramePr>
        <p:xfrm>
          <a:off x="731520" y="1234440"/>
          <a:ext cx="6035040" cy="2468880"/>
        </p:xfrm>
        <a:graphic>
          <a:graphicData uri="http://schemas.openxmlformats.org/drawingml/2006/table">
            <a:tbl>
              <a:tblPr firstRow="1" bandRow="1" firstCol="0" lastRow="0" lastCol="0" bandCol="0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617220">
                <a:tc>
                  <a:txBody>
                    <a:bodyPr/>
                    <a:lstStyle/>
                    <a:p>
                      <a:r>
                        <a:rPr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Orders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460000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128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370000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102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290000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96</a:t>
                      </a:r>
                    </a:p>
                  </a:txBody>
                  <a:tcPr/>
                </a:tc>
              </a:tr>
            </a:tbl>
          </a:graphicData>
        </a:graphic>
      </p:graphicFrame>
      <p:sp xmlns:a="http://schemas.openxmlformats.org/drawingml/2006/main" xmlns:p="http://schemas.openxmlformats.org/presentationml/2006/main" xmlns:r="http://schemas.openxmlformats.org/officeDocument/2006/relationships">
        <p:nvSpPr>
          <p:cNvPr id="4" name="rect 4"/>
          <p:cNvSpPr/>
          <p:nvPr/>
        </p:nvSpPr>
        <p:spPr>
          <a:xfrm>
            <a:off x="731520" y="3977639"/>
            <a:ext cx="6217920" cy="27432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Table rows can be sourced from CSV files or SQL query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F172A"/>
      </a:dk1>
      <a:lt1>
        <a:sysClr val="window" lastClr="FFFFFF"/>
      </a:lt1>
      <a:dk2>
        <a:srgbClr val="164E63"/>
      </a:dk2>
      <a:lt2>
        <a:srgbClr val="E0F2FE"/>
      </a:lt2>
      <a:accent1>
        <a:srgbClr val="0369A1"/>
      </a:accent1>
      <a:accent2>
        <a:srgbClr val="059669"/>
      </a:accent2>
      <a:accent3>
        <a:srgbClr val="0891B2"/>
      </a:accent3>
      <a:accent4>
        <a:srgbClr val="0E7490"/>
      </a:accent4>
      <a:accent5>
        <a:srgbClr val="088397"/>
      </a:accent5>
      <a:accent6>
        <a:srgbClr val="06B6D4"/>
      </a:accent6>
      <a:hlink>
        <a:srgbClr val="0369A1"/>
      </a:hlink>
      <a:folHlink>
        <a:srgbClr val="800080"/>
      </a:folHlink>
    </a:clrScheme>
    <a:fontScheme name="Office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Code-to-Slide Rendering</dc:title>
  <dc:creator>gopptx</dc:creator>
  <cp:lastModifiedBy>gopptx</cp:lastModifiedBy>
  <cp:revision>1</cp:revision>
  <dcterms:created xsi:type="dcterms:W3CDTF">2026-03-20T13:13:17Z</dcterms:created>
  <dcterms:modified xsi:type="dcterms:W3CDTF">2026-03-20T13:13:17Z</dcterms:modified>
</cp:coreProperties>
</file>