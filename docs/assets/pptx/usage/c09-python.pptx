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  <p:sldId id="258" r:id="rId4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Relationship Id="rId3" Type="http://schemas.openxmlformats.org/officeDocument/2006/relationships/slide" Target="slides/slide1.xml"/>
<Relationship Id="rId4" Type="http://schemas.openxmlformats.org/officeDocument/2006/relationships/slide" Target="slides/slide2.xml"/>
</Relationships>
</file>

<file path=ppt/diagrams/_rels/data1.xml.rels><?xml version="1.0" encoding="UTF-8" standalone="yes"?>
<Relationships xmlns="http://schemas.openxmlformats.org/package/2006/relationships">
  <Relationship Id="rId6" Type="http://schemas.microsoft.com/office/2007/relationships/diagramDrawing" Target="drawing1.xml"/>
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2B5A4AD-CB40-4352-B7BD-F457B13D86B2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0"/>
      <dgm:spPr/>
    </dgm:pt>
    <dgm:pt modelId="{A3717242-CDE9-447E-9948-F353F7D1DDFF}">
      <dgm:prSet phldrT="[Text]"/>
      <dgm:spPr/>
      <dgm:t>
        <a:bodyPr/>
        <a:lstStyle/>
        <a:p>
          <a:r>
            <a:rPr lang="en-US" sz="1800"/>
            <a:t>Plan</a:t>
          </a:r>
          <a:endParaRPr lang="en-IN"/>
        </a:p>
      </dgm:t>
    </dgm:pt>
    <dgm:pt modelId="{88471B49-0EAB-4F12-8B44-DBFD419DC06A}" type="parTrans" cxnId="{EBAFF56D-0986-4DF2-B966-02665F023D31}">
      <dgm:prSet/>
      <dgm:spPr/>
    </dgm:pt>
    <dgm:pt modelId="{621F631A-935E-4284-BC4D-E6719523CBD5}" type="sibTrans" cxnId="{EBAFF56D-0986-4DF2-B966-02665F023D31}">
      <dgm:prSet/>
      <dgm:spPr/>
      <dgm:t>
        <a:bodyPr/>
        <a:lstStyle/>
        <a:p>
          <a:endParaRPr lang="en-IN"/>
        </a:p>
      </dgm:t>
    </dgm:pt>
    <dgm:pt modelId="{394E6644-BA73-4C62-92F3-8887238E5535}">
      <dgm:prSet phldrT="[Text]"/>
      <dgm:spPr/>
      <dgm:t>
        <a:bodyPr/>
        <a:lstStyle/>
        <a:p>
          <a:r>
            <a:rPr lang="en-US" sz="1800"/>
            <a:t>Build</a:t>
          </a:r>
          <a:endParaRPr lang="en-IN"/>
        </a:p>
      </dgm:t>
    </dgm:pt>
    <dgm:pt modelId="{15AAE49C-13E9-479A-B5A0-0C851CDB4A9F}" type="parTrans" cxnId="{0B4DF4EA-E237-45AD-8ADA-DA8884A8D004}">
      <dgm:prSet/>
      <dgm:spPr/>
    </dgm:pt>
    <dgm:pt modelId="{74B14904-2A38-4A9F-BA45-4887304FE61A}" type="sibTrans" cxnId="{0B4DF4EA-E237-45AD-8ADA-DA8884A8D004}">
      <dgm:prSet/>
      <dgm:spPr/>
      <dgm:t>
        <a:bodyPr/>
        <a:lstStyle/>
        <a:p>
          <a:endParaRPr lang="en-IN"/>
        </a:p>
      </dgm:t>
    </dgm:pt>
    <dgm:pt modelId="{0EC39C1A-1EF3-47E2-BE68-C06B21A9AB08}">
      <dgm:prSet phldrT="[Text]"/>
      <dgm:spPr/>
      <dgm:t>
        <a:bodyPr/>
        <a:lstStyle/>
        <a:p>
          <a:r>
            <a:rPr lang="en-US" sz="1800"/>
            <a:t>Ship</a:t>
          </a:r>
          <a:endParaRPr lang="en-IN"/>
        </a:p>
      </dgm:t>
    </dgm:pt>
    <dgm:pt modelId="{7782BE47-9D36-4AEB-832B-901807F39926}" type="parTrans" cxnId="{F2E82613-9E0D-4EE5-89B1-E949A579ACA4}">
      <dgm:prSet/>
      <dgm:spPr/>
    </dgm:pt>
    <dgm:pt modelId="{C7D49BB6-FE84-46CC-999D-CB10351B1EAB}" type="sibTrans" cxnId="{F2E82613-9E0D-4EE5-89B1-E949A579ACA4}">
      <dgm:prSet/>
      <dgm:spPr/>
    </dgm:pt>
    <dgm:pt modelId="{9F87EF75-37FD-4C97-9AFE-530CE751AFC4}" type="pres">
      <dgm:prSet presAssocID="{82B5A4AD-CB40-4352-B7BD-F457B13D86B2}" presName="Name0" presStyleCnt="0">
        <dgm:presLayoutVars>
          <dgm:dir/>
          <dgm:resizeHandles val="exact"/>
        </dgm:presLayoutVars>
      </dgm:prSet>
      <dgm:spPr/>
    </dgm:pt>
    <dgm:pt modelId="{3B900FF8-F0FD-49DE-95E3-FE54931704AD}" type="pres">
      <dgm:prSet presAssocID="{A3717242-CDE9-447E-9948-F353F7D1DDFF}" presName="node" presStyleLbl="node1" presStyleIdx="0" presStyleCnt="3">
        <dgm:presLayoutVars>
          <dgm:bulletEnabled val="1"/>
        </dgm:presLayoutVars>
      </dgm:prSet>
      <dgm:spPr/>
    </dgm:pt>
    <dgm:pt modelId="{1F77DDB1-6F44-4207-A9C2-3728D93EF6F9}" type="pres">
      <dgm:prSet presAssocID="{621F631A-935E-4284-BC4D-E6719523CBD5}" presName="sibTrans" presStyleLbl="sibTrans2D1" presStyleIdx="0" presStyleCnt="2"/>
      <dgm:spPr/>
    </dgm:pt>
    <dgm:pt modelId="{50079C9D-E817-449D-A63E-A478E64E0A6F}" type="pres">
      <dgm:prSet presAssocID="{621F631A-935E-4284-BC4D-E6719523CBD5}" presName="connectorText" presStyleLbl="sibTrans2D1" presStyleIdx="0" presStyleCnt="2"/>
      <dgm:spPr/>
    </dgm:pt>
    <dgm:pt modelId="{B5EDF7AE-920E-4D4A-B8C4-33AA8D2DC2BF}" type="pres">
      <dgm:prSet presAssocID="{394E6644-BA73-4C62-92F3-8887238E5535}" presName="node" presStyleLbl="node1" presStyleIdx="1" presStyleCnt="3">
        <dgm:presLayoutVars>
          <dgm:bulletEnabled val="1"/>
        </dgm:presLayoutVars>
      </dgm:prSet>
      <dgm:spPr/>
    </dgm:pt>
    <dgm:pt modelId="{2C1174EC-F1F5-4663-82A5-3A7871A48405}" type="pres">
      <dgm:prSet presAssocID="{74B14904-2A38-4A9F-BA45-4887304FE61A}" presName="sibTrans" presStyleLbl="sibTrans2D1" presStyleIdx="1" presStyleCnt="2"/>
      <dgm:spPr/>
    </dgm:pt>
    <dgm:pt modelId="{E39964BE-EC77-447A-A4B7-7191BE5E2CCB}" type="pres">
      <dgm:prSet presAssocID="{74B14904-2A38-4A9F-BA45-4887304FE61A}" presName="connectorText" presStyleLbl="sibTrans2D1" presStyleIdx="1" presStyleCnt="2"/>
      <dgm:spPr/>
    </dgm:pt>
    <dgm:pt modelId="{F6E96495-56A4-472C-8268-AA62EA70C28C}" type="pres">
      <dgm:prSet presAssocID="{0EC39C1A-1EF3-47E2-BE68-C06B21A9AB08}" presName="node" presStyleLbl="node1" presStyleIdx="2" presStyleCnt="3">
        <dgm:presLayoutVars>
          <dgm:bulletEnabled val="1"/>
        </dgm:presLayoutVars>
      </dgm:prSet>
      <dgm:spPr/>
    </dgm:pt>
  </dgm:ptLst>
  <dgm:cxnLst>
    <dgm:cxn modelId="{00BB0A06-58B8-478D-BD14-EFD390143557}" type="presOf" srcId="{621F631A-935E-4284-BC4D-E6719523CBD5}" destId="{1F77DDB1-6F44-4207-A9C2-3728D93EF6F9}" srcOrd="0" destOrd="0" presId="urn:microsoft.com/office/officeart/2005/8/layout/process1"/>
    <dgm:cxn modelId="{0E17AD09-7689-4395-89C0-8C90B5AD86D5}" type="presOf" srcId="{74B14904-2A38-4A9F-BA45-4887304FE61A}" destId="{2C1174EC-F1F5-4663-82A5-3A7871A48405}" srcOrd="0" destOrd="0" presId="urn:microsoft.com/office/officeart/2005/8/layout/process1"/>
    <dgm:cxn modelId="{F2E82613-9E0D-4EE5-89B1-E949A579ACA4}" srcId="{82B5A4AD-CB40-4352-B7BD-F457B13D86B2}" destId="{0EC39C1A-1EF3-47E2-BE68-C06B21A9AB08}" srcOrd="2" destOrd="0" parTransId="{7782BE47-9D36-4AEB-832B-901807F39926}" sibTransId="{C7D49BB6-FE84-46CC-999D-CB10351B1EAB}"/>
    <dgm:cxn modelId="{8C12F91D-7E77-45B9-BC8D-B105B648A489}" type="presOf" srcId="{621F631A-935E-4284-BC4D-E6719523CBD5}" destId="{50079C9D-E817-449D-A63E-A478E64E0A6F}" srcOrd="1" destOrd="0" presId="urn:microsoft.com/office/officeart/2005/8/layout/process1"/>
    <dgm:cxn modelId="{053FB92E-976A-4B69-8566-1DABAA6189A2}" type="presOf" srcId="{394E6644-BA73-4C62-92F3-8887238E5535}" destId="{B5EDF7AE-920E-4D4A-B8C4-33AA8D2DC2BF}" srcOrd="0" destOrd="0" presId="urn:microsoft.com/office/officeart/2005/8/layout/process1"/>
    <dgm:cxn modelId="{6B2C3C39-BD93-4B7E-9608-AC2682DA957E}" type="presOf" srcId="{A3717242-CDE9-447E-9948-F353F7D1DDFF}" destId="{3B900FF8-F0FD-49DE-95E3-FE54931704AD}" srcOrd="0" destOrd="0" presId="urn:microsoft.com/office/officeart/2005/8/layout/process1"/>
    <dgm:cxn modelId="{EBAFF56D-0986-4DF2-B966-02665F023D31}" srcId="{82B5A4AD-CB40-4352-B7BD-F457B13D86B2}" destId="{A3717242-CDE9-447E-9948-F353F7D1DDFF}" srcOrd="0" destOrd="0" parTransId="{88471B49-0EAB-4F12-8B44-DBFD419DC06A}" sibTransId="{621F631A-935E-4284-BC4D-E6719523CBD5}"/>
    <dgm:cxn modelId="{A5EB3AB6-CF61-4403-8E5B-73DB74AAF2C1}" type="presOf" srcId="{74B14904-2A38-4A9F-BA45-4887304FE61A}" destId="{E39964BE-EC77-447A-A4B7-7191BE5E2CCB}" srcOrd="1" destOrd="0" presId="urn:microsoft.com/office/officeart/2005/8/layout/process1"/>
    <dgm:cxn modelId="{C478D7E3-97C3-43B6-986E-B5CC8ED8B841}" type="presOf" srcId="{0EC39C1A-1EF3-47E2-BE68-C06B21A9AB08}" destId="{F6E96495-56A4-472C-8268-AA62EA70C28C}" srcOrd="0" destOrd="0" presId="urn:microsoft.com/office/officeart/2005/8/layout/process1"/>
    <dgm:cxn modelId="{0B4DF4EA-E237-45AD-8ADA-DA8884A8D004}" srcId="{82B5A4AD-CB40-4352-B7BD-F457B13D86B2}" destId="{394E6644-BA73-4C62-92F3-8887238E5535}" srcOrd="1" destOrd="0" parTransId="{15AAE49C-13E9-479A-B5A0-0C851CDB4A9F}" sibTransId="{74B14904-2A38-4A9F-BA45-4887304FE61A}"/>
    <dgm:cxn modelId="{E52231F2-25F2-494B-AFC2-108D474DE9E2}" type="presOf" srcId="{82B5A4AD-CB40-4352-B7BD-F457B13D86B2}" destId="{9F87EF75-37FD-4C97-9AFE-530CE751AFC4}" srcOrd="0" destOrd="0" presId="urn:microsoft.com/office/officeart/2005/8/layout/process1"/>
    <dgm:cxn modelId="{B925307B-C4E3-453D-AC82-B0D18D03B62E}" type="presParOf" srcId="{9F87EF75-37FD-4C97-9AFE-530CE751AFC4}" destId="{3B900FF8-F0FD-49DE-95E3-FE54931704AD}" srcOrd="0" destOrd="0" presId="urn:microsoft.com/office/officeart/2005/8/layout/process1"/>
    <dgm:cxn modelId="{C2CF0427-939F-4171-A89B-A626EA80813E}" type="presParOf" srcId="{9F87EF75-37FD-4C97-9AFE-530CE751AFC4}" destId="{1F77DDB1-6F44-4207-A9C2-3728D93EF6F9}" srcOrd="1" destOrd="0" presId="urn:microsoft.com/office/officeart/2005/8/layout/process1"/>
    <dgm:cxn modelId="{6CBD2292-073C-4D75-BF5F-EE472CDD962D}" type="presParOf" srcId="{1F77DDB1-6F44-4207-A9C2-3728D93EF6F9}" destId="{50079C9D-E817-449D-A63E-A478E64E0A6F}" srcOrd="0" destOrd="0" presId="urn:microsoft.com/office/officeart/2005/8/layout/process1"/>
    <dgm:cxn modelId="{A086D499-92AF-4AAE-AB1A-4E2EDD5BACEA}" type="presParOf" srcId="{9F87EF75-37FD-4C97-9AFE-530CE751AFC4}" destId="{B5EDF7AE-920E-4D4A-B8C4-33AA8D2DC2BF}" srcOrd="2" destOrd="0" presId="urn:microsoft.com/office/officeart/2005/8/layout/process1"/>
    <dgm:cxn modelId="{E41DCA1B-6810-49E0-8854-6655E32F0DC3}" type="presParOf" srcId="{9F87EF75-37FD-4C97-9AFE-530CE751AFC4}" destId="{2C1174EC-F1F5-4663-82A5-3A7871A48405}" srcOrd="3" destOrd="0" presId="urn:microsoft.com/office/officeart/2005/8/layout/process1"/>
    <dgm:cxn modelId="{5D176904-1C1B-4613-B1B2-5234D038B46D}" type="presParOf" srcId="{2C1174EC-F1F5-4663-82A5-3A7871A48405}" destId="{E39964BE-EC77-447A-A4B7-7191BE5E2CCB}" srcOrd="0" destOrd="0" presId="urn:microsoft.com/office/officeart/2005/8/layout/process1"/>
    <dgm:cxn modelId="{89B268B3-24D6-401C-909B-7E40C42B30E1}" type="presParOf" srcId="{9F87EF75-37FD-4C97-9AFE-530CE751AFC4}" destId="{F6E96495-56A4-472C-8268-AA62EA70C28C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900FF8-F0FD-49DE-95E3-FE54931704AD}">
      <dsp:nvSpPr>
        <dsp:cNvPr id="0" name=""/>
        <dsp:cNvSpPr/>
      </dsp:nvSpPr>
      <dsp:spPr>
        <a:xfrm>
          <a:off x="7143" y="1391443"/>
          <a:ext cx="2135187" cy="12811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/>
            <a:t>Plan</a:t>
          </a:r>
          <a:endParaRPr lang="en-IN" sz="5500" kern="1200"/>
        </a:p>
      </dsp:txBody>
      <dsp:txXfrm>
        <a:off x="44665" y="1428965"/>
        <a:ext cx="2060143" cy="1206068"/>
      </dsp:txXfrm>
    </dsp:sp>
    <dsp:sp modelId="{1F77DDB1-6F44-4207-A9C2-3728D93EF6F9}">
      <dsp:nvSpPr>
        <dsp:cNvPr id="0" name=""/>
        <dsp:cNvSpPr/>
      </dsp:nvSpPr>
      <dsp:spPr>
        <a:xfrm>
          <a:off x="2355850" y="1767236"/>
          <a:ext cx="452659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/>
            <a:t/>
          </a:r>
          <a:endParaRPr lang="en-IN" sz="2200" kern="1200"/>
        </a:p>
      </dsp:txBody>
      <dsp:txXfrm>
        <a:off x="2355850" y="1873141"/>
        <a:ext cx="316861" cy="317716"/>
      </dsp:txXfrm>
    </dsp:sp>
    <dsp:sp modelId="{B5EDF7AE-920E-4D4A-B8C4-33AA8D2DC2BF}">
      <dsp:nvSpPr>
        <dsp:cNvPr id="0" name=""/>
        <dsp:cNvSpPr/>
      </dsp:nvSpPr>
      <dsp:spPr>
        <a:xfrm>
          <a:off x="2996406" y="1391443"/>
          <a:ext cx="2135187" cy="12811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/>
            <a:t>Build</a:t>
          </a:r>
          <a:endParaRPr lang="en-IN" sz="5500" kern="1200"/>
        </a:p>
      </dsp:txBody>
      <dsp:txXfrm>
        <a:off x="3033928" y="1428965"/>
        <a:ext cx="2060143" cy="1206068"/>
      </dsp:txXfrm>
    </dsp:sp>
    <dsp:sp modelId="{2C1174EC-F1F5-4663-82A5-3A7871A48405}">
      <dsp:nvSpPr>
        <dsp:cNvPr id="0" name=""/>
        <dsp:cNvSpPr/>
      </dsp:nvSpPr>
      <dsp:spPr>
        <a:xfrm>
          <a:off x="5345112" y="1767236"/>
          <a:ext cx="452659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/>
            <a:t/>
          </a:r>
          <a:endParaRPr lang="en-IN" sz="2200" kern="1200"/>
        </a:p>
      </dsp:txBody>
      <dsp:txXfrm>
        <a:off x="5345112" y="1873141"/>
        <a:ext cx="316861" cy="317716"/>
      </dsp:txXfrm>
    </dsp:sp>
    <dsp:sp modelId="{F6E96495-56A4-472C-8268-AA62EA70C28C}">
      <dsp:nvSpPr>
        <dsp:cNvPr id="0" name=""/>
        <dsp:cNvSpPr/>
      </dsp:nvSpPr>
      <dsp:spPr>
        <a:xfrm>
          <a:off x="5985668" y="1391443"/>
          <a:ext cx="2135187" cy="12811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/>
            <a:t>Ship</a:t>
          </a:r>
          <a:endParaRPr lang="en-IN" sz="5500" kern="1200"/>
        </a:p>
      </dsp:txBody>
      <dsp:txXfrm>
        <a:off x="6023190" y="1428965"/>
        <a:ext cx="2060143" cy="12060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slideLayout" Target="../slideLayouts/slideLayout3.xml"/>
<Relationship Id="rId4" Type="http://schemas.openxmlformats.org/officeDocument/2006/relationships/slideLayout" Target="../slideLayouts/slideLayout4.xml"/>
<Relationship Id="rId5" Type="http://schemas.openxmlformats.org/officeDocument/2006/relationships/slideLayout" Target="../slideLayouts/slideLayout5.xml"/>
<Relationship Id="rId6" Type="http://schemas.openxmlformats.org/officeDocument/2006/relationships/slideLayout" Target="../slideLayouts/slideLayout6.xml"/>
<Relationship Id="rId7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diagramData" Target="../diagrams/data1.xml"/>
<Relationship Id="rId3" Type="http://schemas.openxmlformats.org/officeDocument/2006/relationships/diagramLayout" Target="../diagrams/layout1.xml"/>
<Relationship Id="rId4" Type="http://schemas.openxmlformats.org/officeDocument/2006/relationships/diagramQuickStyle" Target="../diagrams/quickStyle1.xml"/>
<Relationship Id="rId5" Type="http://schemas.openxmlformats.org/officeDocument/2006/relationships/diagramColors" Target="../diagrams/colors1.xml"/>
<Relationship Id="rId6" Type="http://schemas.microsoft.com/office/2007/relationships/diagramDrawing" Target="../diagrams/drawing1.xml"/>
</Relationships>
</file>

<file path=ppt/slides/slide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>
            <p:ph type="title" idx="0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C09 SmartArt Layouts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>
            <p:ph type="title" idx="0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SmartArt Process</a:t>
            </a:r>
          </a:p>
        </p:txBody>
      </p:sp>
      <p:graphicFrame xmlns:a="http://schemas.openxmlformats.org/drawingml/2006/main" xmlns:dgm="http://schemas.openxmlformats.org/drawingml/2006/diagram" xmlns:p="http://schemas.openxmlformats.org/presentationml/2006/main" xmlns:r="http://schemas.openxmlformats.org/officeDocument/2006/relationships">
        <p:nvGraphicFramePr>
          <p:cNvPr id="3" name="Diagram 3"/>
          <p:cNvGraphicFramePr/>
          <p:nvPr/>
        </p:nvGraphicFramePr>
        <p:xfrm>
          <a:off x="914400" y="1828800"/>
          <a:ext cx="7315200" cy="2743200"/>
        </p:xfrm>
        <a:graphic>
          <a:graphicData uri="http://schemas.openxmlformats.org/drawingml/2006/diagram">
            <dgm:relIds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 marketing">
  <a:themeElements>
    <a:clrScheme name="Office color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gopptx</Application>
  <PresentationFormat>On-screen Show (4:3)</PresentationFormat>
  <Paragraphs>0</Paragraphs>
  <Slides>1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C09 SmartArt Layouts</dc:title>
  <dc:creator>gopptx</dc:creator>
  <cp:lastModifiedBy>gopptx</cp:lastModifiedBy>
  <cp:revision>1</cp:revision>
  <dcterms:created xsi:type="dcterms:W3CDTF">2026-03-21T11:22:26Z</dcterms:created>
  <dcterms:modified xsi:type="dcterms:W3CDTF">2026-03-21T11:22:26Z</dcterms:modified>
</cp:coreProperties>
</file>