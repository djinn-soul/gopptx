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S04 Insert an Image</a:t>
            </a:r>
          </a:p>
        </p:txBody>
      </p:sp>
      <p:pic xmlns:a="http://schemas.openxmlformats.org/drawingml/2006/main" xmlns:p="http://schemas.openxmlformats.org/presentationml/2006/main" xmlns:r="http://schemas.openxmlformats.org/officeDocument/2006/relationships"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315200" cy="4206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S04 Insert an Image</dc:title>
  <dc:creator>gopptx</dc:creator>
  <cp:lastModifiedBy>gopptx</cp:lastModifiedBy>
  <cp:revision>1</cp:revision>
  <dcterms:created xsi:type="dcterms:W3CDTF">2026-03-19T15:36:05Z</dcterms:created>
  <dcterms:modified xsi:type="dcterms:W3CDTF">2026-03-19T15:36:05Z</dcterms:modified>
</cp:coreProperties>
</file>