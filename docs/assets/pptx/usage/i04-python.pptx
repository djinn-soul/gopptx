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20040"/>
            <a:ext cx="530352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Grouped Content Slide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685800" y="1097280"/>
            <a:ext cx="3063240" cy="4343400"/>
          </a:xfrm>
          <a:prstGeom prst="rect">
            <a:avLst/>
          </a:prstGeom>
          <a:solidFill>
            <a:srgbClr val="EAF2FC"/>
          </a:solidFill>
          <a:ln w="12700">
            <a:solidFill>
              <a:srgbClr val="A9C4E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Text panel
Text block for context
Image for visual anchor
Shapes for emphasis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3977639" y="1097280"/>
            <a:ext cx="3749039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0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pic xmlns:a="http://schemas.openxmlformats.org/drawingml/2006/main" xmlns:p="http://schemas.openxmlformats.org/presentationml/2006/main" xmlns:r="http://schemas.openxmlformats.org/officeDocument/2006/relationships"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80160"/>
            <a:ext cx="3383280" cy="2423160"/>
          </a:xfrm>
          <a:prstGeom prst="rect">
            <a:avLst/>
          </a:prstGeom>
        </p:spPr>
      </p:pic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3977639" y="4069080"/>
            <a:ext cx="1051560" cy="411480"/>
          </a:xfrm>
          <a:prstGeom prst="rect">
            <a:avLst/>
          </a:prstGeom>
          <a:solidFill>
            <a:srgbClr val="D9E1F2"/>
          </a:solidFill>
          <a:ln w="12700">
            <a:solidFill>
              <a:srgbClr val="D9E1F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Text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oundRect 7"/>
          <p:cNvSpPr/>
          <p:nvPr/>
        </p:nvSpPr>
        <p:spPr>
          <a:xfrm>
            <a:off x="5166360" y="4069080"/>
            <a:ext cx="1051560" cy="411480"/>
          </a:xfrm>
          <a:prstGeom prst="rect">
            <a:avLst/>
          </a:prstGeom>
          <a:solidFill>
            <a:srgbClr val="E2F0D9"/>
          </a:solidFill>
          <a:ln w="12700">
            <a:solidFill>
              <a:srgbClr val="E2F0D9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Image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6355080" y="4069080"/>
            <a:ext cx="1051560" cy="41148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I04 Grouped Content Slide</dc:title>
  <dc:creator>gopptx</dc:creator>
  <cp:lastModifiedBy>gopptx</cp:lastModifiedBy>
  <cp:revision>1</cp:revision>
  <dcterms:created xsi:type="dcterms:W3CDTF">2026-03-20T10:22:25Z</dcterms:created>
  <dcterms:modified xsi:type="dcterms:W3CDTF">2026-03-20T10:22:25Z</dcterms:modified>
</cp:coreProperties>
</file>