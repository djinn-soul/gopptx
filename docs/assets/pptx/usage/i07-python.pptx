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2" name="rect 2"/>
          <p:cNvSpPr/>
          <p:nvPr/>
        </p:nvSpPr>
        <p:spPr>
          <a:xfrm>
            <a:off x="658368" y="438912"/>
            <a:ext cx="10789920" cy="402336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 b="1" sz="2800">
                <a:solidFill>
                  <a:srgbClr val="0F172A"/>
                </a:solidFill>
                <a:latin typeface="Aptos Display"/>
                <a:cs typeface="Aptos Display"/>
              </a:rPr>
              <a:t>Theme-aware Presentation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3" name="rect 3"/>
          <p:cNvSpPr/>
          <p:nvPr/>
        </p:nvSpPr>
        <p:spPr>
          <a:xfrm>
            <a:off x="676656" y="896112"/>
            <a:ext cx="10698480" cy="256032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 sz="1200">
                <a:solidFill>
                  <a:srgbClr val="1E293B"/>
                </a:solidFill>
                <a:latin typeface="Aptos"/>
                <a:cs typeface="Aptos"/>
              </a:rPr>
              <a:t>Reusable colors, fonts, and component styles keep the deck consistent.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4" name="roundRect 4"/>
          <p:cNvSpPr/>
          <p:nvPr/>
        </p:nvSpPr>
        <p:spPr>
          <a:xfrm>
            <a:off x="658368" y="1627632"/>
            <a:ext cx="3410712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 b="1" sz="1400">
                <a:solidFill>
                  <a:srgbClr val="0F172A"/>
                </a:solidFill>
                <a:latin typeface="Aptos"/>
                <a:cs typeface="Aptos"/>
              </a:rPr>
              <a:t>
Palette</a:t>
            </a:r>
            <a:r>
              <a:rPr lang="en-US" sz="1200">
                <a:solidFill>
                  <a:srgbClr val="1E293B"/>
                </a:solidFill>
                <a:latin typeface="Aptos"/>
                <a:cs typeface="Aptos"/>
              </a:rPr>
              <a:t>
Accent 1
Accent 2
Accent 3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5" name="rect 5"/>
          <p:cNvSpPr/>
          <p:nvPr/>
        </p:nvSpPr>
        <p:spPr>
          <a:xfrm>
            <a:off x="658368" y="1627632"/>
            <a:ext cx="341071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/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" name="roundRect 6"/>
          <p:cNvSpPr/>
          <p:nvPr/>
        </p:nvSpPr>
        <p:spPr>
          <a:xfrm>
            <a:off x="4379976" y="1627632"/>
            <a:ext cx="3410712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 b="1" sz="1400">
                <a:solidFill>
                  <a:srgbClr val="0F172A"/>
                </a:solidFill>
                <a:latin typeface="Aptos"/>
                <a:cs typeface="Aptos"/>
              </a:rPr>
              <a:t>
Typography</a:t>
            </a:r>
            <a:r>
              <a:rPr lang="en-US" sz="1200">
                <a:solidFill>
                  <a:srgbClr val="1E293B"/>
                </a:solidFill>
                <a:latin typeface="Aptos"/>
                <a:cs typeface="Aptos"/>
              </a:rPr>
              <a:t>
Aptos Display for headings
Aptos for body text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7" name="rect 7"/>
          <p:cNvSpPr/>
          <p:nvPr/>
        </p:nvSpPr>
        <p:spPr>
          <a:xfrm>
            <a:off x="4379976" y="1627632"/>
            <a:ext cx="341071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/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8" name="roundRect 8"/>
          <p:cNvSpPr/>
          <p:nvPr/>
        </p:nvSpPr>
        <p:spPr>
          <a:xfrm>
            <a:off x="8101584" y="1627632"/>
            <a:ext cx="3410712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 b="1" sz="1400">
                <a:solidFill>
                  <a:srgbClr val="0F172A"/>
                </a:solidFill>
                <a:latin typeface="Aptos"/>
                <a:cs typeface="Aptos"/>
              </a:rPr>
              <a:t>
Visual Preview</a:t>
            </a:r>
          </a:p>
        </p:txBody>
      </p:sp>
      <p:pic xmlns:a="http://schemas.openxmlformats.org/drawingml/2006/main" xmlns:p="http://schemas.openxmlformats.org/presentationml/2006/main" xmlns:r="http://schemas.openxmlformats.org/officeDocument/2006/relationships"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76" y="2139696"/>
            <a:ext cx="3081528" cy="1389888"/>
          </a:xfrm>
          <a:prstGeom prst="rect">
            <a:avLst/>
          </a:prstGeom>
        </p:spPr>
      </p:pic>
      <p:sp xmlns:a="http://schemas.openxmlformats.org/drawingml/2006/main" xmlns:p="http://schemas.openxmlformats.org/presentationml/2006/main" xmlns:r="http://schemas.openxmlformats.org/officeDocument/2006/relationships">
        <p:nvSpPr>
          <p:cNvPr id="10" name="roundRect 10"/>
          <p:cNvSpPr/>
          <p:nvPr/>
        </p:nvSpPr>
        <p:spPr>
          <a:xfrm>
            <a:off x="658368" y="4041648"/>
            <a:ext cx="1792224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 b="1" sz="1000">
                <a:solidFill>
                  <a:srgbClr val="FFFFFF"/>
                </a:solidFill>
                <a:latin typeface="Aptos"/>
                <a:cs typeface="Aptos"/>
              </a:rPr>
              <a:t>Brand tokens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1" name="roundRect 11"/>
          <p:cNvSpPr/>
          <p:nvPr/>
        </p:nvSpPr>
        <p:spPr>
          <a:xfrm>
            <a:off x="2624328" y="4041648"/>
            <a:ext cx="1792224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 b="1" sz="1000">
                <a:solidFill>
                  <a:srgbClr val="FFFFFF"/>
                </a:solidFill>
                <a:latin typeface="Aptos"/>
                <a:cs typeface="Aptos"/>
              </a:rPr>
              <a:t>Theme fonts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2" name="roundRect 12"/>
          <p:cNvSpPr/>
          <p:nvPr/>
        </p:nvSpPr>
        <p:spPr>
          <a:xfrm>
            <a:off x="4590288" y="4041648"/>
            <a:ext cx="1792224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 b="1" sz="1000">
                <a:solidFill>
                  <a:srgbClr val="FFFFFF"/>
                </a:solidFill>
                <a:latin typeface="Aptos"/>
                <a:cs typeface="Aptos"/>
              </a:rPr>
              <a:t>Helper-driven layouts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2" name="rect 2"/>
          <p:cNvSpPr/>
          <p:nvPr/>
        </p:nvSpPr>
        <p:spPr>
          <a:xfrm>
            <a:off x="658368" y="438912"/>
            <a:ext cx="10789920" cy="402336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 b="1" sz="2800">
                <a:solidFill>
                  <a:srgbClr val="0F172A"/>
                </a:solidFill>
                <a:latin typeface="Aptos Display"/>
                <a:cs typeface="Aptos Display"/>
              </a:rPr>
              <a:t>Theme-aware Presentation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3" name="rect 3"/>
          <p:cNvSpPr/>
          <p:nvPr/>
        </p:nvSpPr>
        <p:spPr>
          <a:xfrm>
            <a:off x="676656" y="896112"/>
            <a:ext cx="10698480" cy="256032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 sz="1200">
                <a:solidFill>
                  <a:srgbClr val="1E293B"/>
                </a:solidFill>
                <a:latin typeface="Aptos"/>
                <a:cs typeface="Aptos"/>
              </a:rPr>
              <a:t>The same style helper can build product pages, status pages, or launch slides.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4" name="roundRect 4"/>
          <p:cNvSpPr/>
          <p:nvPr/>
        </p:nvSpPr>
        <p:spPr>
          <a:xfrm>
            <a:off x="658368" y="1627632"/>
            <a:ext cx="3410712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 b="1" sz="1400">
                <a:solidFill>
                  <a:srgbClr val="0F172A"/>
                </a:solidFill>
                <a:latin typeface="Aptos"/>
                <a:cs typeface="Aptos"/>
              </a:rPr>
              <a:t>
Palette</a:t>
            </a:r>
            <a:r>
              <a:rPr lang="en-US" sz="1200">
                <a:solidFill>
                  <a:srgbClr val="1E293B"/>
                </a:solidFill>
                <a:latin typeface="Aptos"/>
                <a:cs typeface="Aptos"/>
              </a:rPr>
              <a:t>
Accent 1
Accent 2
Accent 3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5" name="rect 5"/>
          <p:cNvSpPr/>
          <p:nvPr/>
        </p:nvSpPr>
        <p:spPr>
          <a:xfrm>
            <a:off x="658368" y="1627632"/>
            <a:ext cx="341071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/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" name="roundRect 6"/>
          <p:cNvSpPr/>
          <p:nvPr/>
        </p:nvSpPr>
        <p:spPr>
          <a:xfrm>
            <a:off x="4379976" y="1627632"/>
            <a:ext cx="3410712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 b="1" sz="1400">
                <a:solidFill>
                  <a:srgbClr val="0F172A"/>
                </a:solidFill>
                <a:latin typeface="Aptos"/>
                <a:cs typeface="Aptos"/>
              </a:rPr>
              <a:t>
Typography</a:t>
            </a:r>
            <a:r>
              <a:rPr lang="en-US" sz="1200">
                <a:solidFill>
                  <a:srgbClr val="1E293B"/>
                </a:solidFill>
                <a:latin typeface="Aptos"/>
                <a:cs typeface="Aptos"/>
              </a:rPr>
              <a:t>
Aptos Display for headings
Aptos for body text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7" name="rect 7"/>
          <p:cNvSpPr/>
          <p:nvPr/>
        </p:nvSpPr>
        <p:spPr>
          <a:xfrm>
            <a:off x="4379976" y="1627632"/>
            <a:ext cx="3410712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/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8" name="roundRect 8"/>
          <p:cNvSpPr/>
          <p:nvPr/>
        </p:nvSpPr>
        <p:spPr>
          <a:xfrm>
            <a:off x="8101584" y="1627632"/>
            <a:ext cx="3410712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B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 b="1" sz="1400">
                <a:solidFill>
                  <a:srgbClr val="0F172A"/>
                </a:solidFill>
                <a:latin typeface="Aptos"/>
                <a:cs typeface="Aptos"/>
              </a:rPr>
              <a:t>
Visual Preview</a:t>
            </a:r>
          </a:p>
        </p:txBody>
      </p:sp>
      <p:pic xmlns:a="http://schemas.openxmlformats.org/drawingml/2006/main" xmlns:p="http://schemas.openxmlformats.org/presentationml/2006/main" xmlns:r="http://schemas.openxmlformats.org/officeDocument/2006/relationships"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76" y="2139696"/>
            <a:ext cx="3081528" cy="1389888"/>
          </a:xfrm>
          <a:prstGeom prst="rect">
            <a:avLst/>
          </a:prstGeom>
        </p:spPr>
      </p:pic>
      <p:sp xmlns:a="http://schemas.openxmlformats.org/drawingml/2006/main" xmlns:p="http://schemas.openxmlformats.org/presentationml/2006/main" xmlns:r="http://schemas.openxmlformats.org/officeDocument/2006/relationships">
        <p:nvSpPr>
          <p:cNvPr id="10" name="roundRect 10"/>
          <p:cNvSpPr/>
          <p:nvPr/>
        </p:nvSpPr>
        <p:spPr>
          <a:xfrm>
            <a:off x="658368" y="4041648"/>
            <a:ext cx="1792224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 b="1" sz="1000">
                <a:solidFill>
                  <a:srgbClr val="FFFFFF"/>
                </a:solidFill>
                <a:latin typeface="Aptos"/>
                <a:cs typeface="Aptos"/>
              </a:rPr>
              <a:t>Product page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1" name="roundRect 11"/>
          <p:cNvSpPr/>
          <p:nvPr/>
        </p:nvSpPr>
        <p:spPr>
          <a:xfrm>
            <a:off x="2624328" y="4041648"/>
            <a:ext cx="1792224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 b="1" sz="1000">
                <a:solidFill>
                  <a:srgbClr val="FFFFFF"/>
                </a:solidFill>
                <a:latin typeface="Aptos"/>
                <a:cs typeface="Aptos"/>
              </a:rPr>
              <a:t>Status page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12" name="roundRect 12"/>
          <p:cNvSpPr/>
          <p:nvPr/>
        </p:nvSpPr>
        <p:spPr>
          <a:xfrm>
            <a:off x="4590288" y="4041648"/>
            <a:ext cx="1792224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 b="1" sz="1000">
                <a:solidFill>
                  <a:srgbClr val="FFFFFF"/>
                </a:solidFill>
                <a:latin typeface="Aptos"/>
                <a:cs typeface="Aptos"/>
              </a:rPr>
              <a:t>Launch page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F172A"/>
      </a:dk1>
      <a:lt1>
        <a:sysClr val="window" lastClr="FFFFFF"/>
      </a:lt1>
      <a:dk2>
        <a:srgbClr val="1E293B"/>
      </a:dk2>
      <a:lt2>
        <a:srgbClr val="F7FAFC"/>
      </a:lt2>
      <a:accent1>
        <a:srgbClr val="2563EB"/>
      </a:accent1>
      <a:accent2>
        <a:srgbClr val="14B8A6"/>
      </a:accent2>
      <a:accent3>
        <a:srgbClr val="F59E0B"/>
      </a:accent3>
      <a:accent4>
        <a:srgbClr val="8B5CF6"/>
      </a:accent4>
      <a:accent5>
        <a:srgbClr val="EC4899"/>
      </a:accent5>
      <a:accent6>
        <a:srgbClr val="0EA5E9"/>
      </a:accent6>
      <a:hlink>
        <a:srgbClr val="2563EB"/>
      </a:hlink>
      <a:folHlink>
        <a:srgbClr val="800080"/>
      </a:folHlink>
    </a:clrScheme>
    <a:fontScheme name="Office fon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I07 Theme-aware Presentation</dc:title>
  <dc:creator>gopptx</dc:creator>
  <cp:lastModifiedBy>gopptx</cp:lastModifiedBy>
  <cp:revision>1</cp:revision>
  <dcterms:created xsi:type="dcterms:W3CDTF">2026-03-20T12:27:08Z</dcterms:created>
  <dcterms:modified xsi:type="dcterms:W3CDTF">2026-03-20T12:27:08Z</dcterms:modified>
</cp:coreProperties>
</file>