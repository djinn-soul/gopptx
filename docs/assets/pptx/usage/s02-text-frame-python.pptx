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S02 Text Frame Demo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40" y="120"/>
            <a:ext cx="180" cy="18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0.5in margins demo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ect 4"/>
          <p:cNvSpPr/>
          <p:nvPr/>
        </p:nvSpPr>
        <p:spPr>
          <a:xfrm>
            <a:off x="240" y="120"/>
            <a:ext cx="180" cy="22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Top anchor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5" name="rect 5"/>
          <p:cNvSpPr/>
          <p:nvPr/>
        </p:nvSpPr>
        <p:spPr>
          <a:xfrm>
            <a:off x="440" y="120"/>
            <a:ext cx="180" cy="22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Bottom anchor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" name="rect 6"/>
          <p:cNvSpPr/>
          <p:nvPr/>
        </p:nvSpPr>
        <p:spPr>
          <a:xfrm>
            <a:off x="40" y="360"/>
            <a:ext cx="180" cy="6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No wrap sample text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7" name="rect 7"/>
          <p:cNvSpPr/>
          <p:nvPr/>
        </p:nvSpPr>
        <p:spPr>
          <a:xfrm>
            <a:off x="240" y="360"/>
            <a:ext cx="180" cy="10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Shrink-to-fit sample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Text Frame Properties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S02 Text Frame Demo</dc:title>
  <dc:creator>gopptx</dc:creator>
  <cp:lastModifiedBy>gopptx</cp:lastModifiedBy>
  <cp:revision>1</cp:revision>
  <dcterms:created xsi:type="dcterms:W3CDTF">2026-03-19T12:15:58Z</dcterms:created>
  <dcterms:modified xsi:type="dcterms:W3CDTF">2026-03-19T12:15:58Z</dcterms:modified>
</cp:coreProperties>
</file>