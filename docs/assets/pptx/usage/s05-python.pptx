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Pr>
        <a:solidFill>
          <a:srgbClr val="D9E1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Slide Background Color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3" name="rect 3"/>
          <p:cNvSpPr/>
          <p:nvPr/>
        </p:nvSpPr>
        <p:spPr>
          <a:xfrm>
            <a:off x="731520" y="1828800"/>
            <a:ext cx="7315200" cy="1463040"/>
          </a:xfrm>
          <a:prstGeom prst="rect">
            <a:avLst/>
          </a:prstGeom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Solid background color applied: D9E1F2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S05 Set Slide Background Color</dc:title>
  <dc:creator>gopptx</dc:creator>
  <cp:lastModifiedBy>gopptx</cp:lastModifiedBy>
  <cp:revision>1</cp:revision>
  <dcterms:created xsi:type="dcterms:W3CDTF">2026-03-19T15:40:49Z</dcterms:created>
  <dcterms:modified xsi:type="dcterms:W3CDTF">2026-03-19T15:40:49Z</dcterms:modified>
</cp:coreProperties>
</file>