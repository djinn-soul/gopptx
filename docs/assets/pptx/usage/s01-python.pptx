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S01 Hello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/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Hello World Deck</a:t>
            </a:r>
          </a:p>
        </p:txBody>
      </p:sp>
      <p:sp>
        <p:nvSpPr>
          <p:cNvPr id="3" name="Content"/>
          <p:cNvSpPr/>
          <p:nvPr>
            <p:ph type="body" idx="1"/>
          </p:nvPr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Create a new deck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Add first slide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Save PPTX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S01 Hello World</dc:title>
  <dc:creator>gopptx</dc:creator>
  <cp:lastModifiedBy>gopptx</cp:lastModifiedBy>
  <cp:revision>1</cp:revision>
  <dcterms:created xsi:type="dcterms:W3CDTF">2026-03-19T13:01:37Z</dcterms:created>
  <dcterms:modified xsi:type="dcterms:W3CDTF">2026-03-19T13:01:37Z</dcterms:modified>
</cp:coreProperties>
</file>