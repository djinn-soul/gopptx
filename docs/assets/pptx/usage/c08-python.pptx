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65760"/>
            <a:ext cx="768096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Narrative Storyboard Generator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417320"/>
            <a:ext cx="2331720" cy="1965960"/>
          </a:xfrm>
          <a:prstGeom prst="rect">
            <a:avLst/>
          </a:prstGeom>
          <a:solidFill>
            <a:srgbClr val="DCE6F2"/>
          </a:solidFill>
          <a:ln w="12700">
            <a:solidFill>
              <a:srgbClr val="5B9BD5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01 INTRO
Set the frame
and audience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3154680" y="1417320"/>
            <a:ext cx="2331720" cy="1965960"/>
          </a:xfrm>
          <a:prstGeom prst="rect">
            <a:avLst/>
          </a:prstGeom>
          <a:solidFill>
            <a:srgbClr val="FCE4D6"/>
          </a:solidFill>
          <a:ln w="12700">
            <a:solidFill>
              <a:srgbClr val="ED7D3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02 PROBLEM
Show the pain
and why it matters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5623560" y="1417320"/>
            <a:ext cx="2331720" cy="196596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03 SOLUTION
Reveal the idea
and product angle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868680" y="3703320"/>
            <a:ext cx="690372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Narrative flow keeps the story moving from context to proof.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 xmlns:a="http://schemas.openxmlformats.org/drawingml/2006/main" xmlns:p="http://schemas.openxmlformats.org/presentationml/2006/main" xmlns:r="http://schemas.openxmlformats.org/officeDocument/2006/relationships">
        <p:nvSpPr>
          <p:cNvPr id="2" name="rect 2"/>
          <p:cNvSpPr/>
          <p:nvPr/>
        </p:nvSpPr>
        <p:spPr>
          <a:xfrm>
            <a:off x="731520" y="365760"/>
            <a:ext cx="3657600" cy="411480"/>
          </a:xfrm>
          <a:prstGeom prst="rect">
            <a:avLst/>
          </a:prstGeom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Data Proof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3" name="roundRect 3"/>
          <p:cNvSpPr/>
          <p:nvPr/>
        </p:nvSpPr>
        <p:spPr>
          <a:xfrm>
            <a:off x="685800" y="1417320"/>
            <a:ext cx="2331720" cy="1965960"/>
          </a:xfrm>
          <a:prstGeom prst="rect">
            <a:avLst/>
          </a:prstGeom>
          <a:solidFill>
            <a:srgbClr val="EEF4FB"/>
          </a:solidFill>
          <a:ln w="12700">
            <a:solidFill>
              <a:srgbClr val="A9C4E2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Audience
Target buyers
and stakeholders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4" name="roundRect 4"/>
          <p:cNvSpPr/>
          <p:nvPr/>
        </p:nvSpPr>
        <p:spPr>
          <a:xfrm>
            <a:off x="3154680" y="1417320"/>
            <a:ext cx="2331720" cy="1965960"/>
          </a:xfrm>
          <a:prstGeom prst="rect">
            <a:avLst/>
          </a:prstGeom>
          <a:solidFill>
            <a:srgbClr val="E8F5E9"/>
          </a:solidFill>
          <a:ln w="12700">
            <a:solidFill>
              <a:srgbClr val="B8D5B8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Evidence
Adoption trend
+ conversion lift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5" name="roundRect 5"/>
          <p:cNvSpPr/>
          <p:nvPr/>
        </p:nvSpPr>
        <p:spPr>
          <a:xfrm>
            <a:off x="5623560" y="1417320"/>
            <a:ext cx="2331720" cy="196596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Outcome
Revenue impact
and launch readiness</a:t>
            </a:r>
          </a:p>
        </p:txBody>
      </p:sp>
      <p:sp xmlns:a="http://schemas.openxmlformats.org/drawingml/2006/main" xmlns:p="http://schemas.openxmlformats.org/presentationml/2006/main" xmlns:r="http://schemas.openxmlformats.org/officeDocument/2006/relationships">
        <p:nvSpPr>
          <p:cNvPr id="6" name="roundRect 6"/>
          <p:cNvSpPr/>
          <p:nvPr/>
        </p:nvSpPr>
        <p:spPr>
          <a:xfrm>
            <a:off x="868680" y="3703320"/>
            <a:ext cx="6903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 xmlns:a="http://schemas.openxmlformats.org/drawingml/2006/main" xmlns:p="http://schemas.openxmlformats.org/presentationml/2006/main">
          <a:bodyPr/>
          <a:lstStyle/>
          <a:p>
            <a:r>
              <a:rPr lang="en-US"/>
              <a:t>Use the same structure to keep pitch decks and product stories consistent.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C08 Narrative Storyboard Generator</dc:title>
  <dc:creator>gopptx</dc:creator>
  <cp:lastModifiedBy>gopptx</cp:lastModifiedBy>
  <cp:revision>1</cp:revision>
  <dcterms:created xsi:type="dcterms:W3CDTF">2026-03-21T05:59:05Z</dcterms:created>
  <dcterms:modified xsi:type="dcterms:W3CDTF">2026-03-21T05:59:05Z</dcterms:modified>
</cp:coreProperties>
</file>