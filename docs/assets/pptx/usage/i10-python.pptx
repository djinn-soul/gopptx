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
<Relationship Id="rId4" Type="http://schemas.openxmlformats.org/officeDocument/2006/relationships/slide" Target="slides/slide2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>
            <p:ph type="title" idx="0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I10 Animation Effects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>
            <p:ph type="title" idx="0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Animation Effects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3" name="rect 3"/>
          <p:cNvSpPr/>
          <p:nvPr/>
        </p:nvSpPr>
        <p:spPr>
          <a:xfrm>
            <a:off x="914400" y="1828800"/>
            <a:ext cx="2743200" cy="914400"/>
          </a:xfrm>
          <a:prstGeom prst="rect">
            <a:avLst/>
          </a:prstGeom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/>
              <a:t>Shape 1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4" name="ellipse 4"/>
          <p:cNvSpPr/>
          <p:nvPr/>
        </p:nvSpPr>
        <p:spPr>
          <a:xfrm>
            <a:off x="4114800" y="1828800"/>
            <a:ext cx="1828800" cy="1828800"/>
          </a:xfrm>
          <a:prstGeom prst="ellipse">
            <a:avLst/>
          </a:prstGeom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/>
              <a:t>Shape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marketing">
  <a:themeElements>
    <a:clrScheme name="Office color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gopptx</Application>
  <PresentationFormat>On-screen Show (4:3)</PresentationFormat>
  <Paragraphs>0</Paragraphs>
  <Slides>1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I10 Animation Effects</dc:title>
  <dc:creator>gopptx</dc:creator>
  <cp:lastModifiedBy>gopptx</cp:lastModifiedBy>
  <cp:revision>1</cp:revision>
  <dcterms:created xsi:type="dcterms:W3CDTF">2026-03-21T11:22:26Z</dcterms:created>
  <dcterms:modified xsi:type="dcterms:W3CDTF">2026-03-21T11:22:26Z</dcterms:modified>
</cp:coreProperties>
</file>