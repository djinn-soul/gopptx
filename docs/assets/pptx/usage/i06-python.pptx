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85216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Custom Slide Layout Composition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051560"/>
            <a:ext cx="3154680" cy="4434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7CBE3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Overview
Reusable title and summary region
Dedicated image card for visuals
Consistent footer chips for structure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4069080" y="105156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207008"/>
            <a:ext cx="3511296" cy="2542032"/>
          </a:xfrm>
          <a:prstGeom prst="rect">
            <a:avLst/>
          </a:prstGeom>
        </p:spPr>
      </p:pic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4069080" y="4069080"/>
            <a:ext cx="1097280" cy="438912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Plan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oundRect 7"/>
          <p:cNvSpPr/>
          <p:nvPr/>
        </p:nvSpPr>
        <p:spPr>
          <a:xfrm>
            <a:off x="5285232" y="4069080"/>
            <a:ext cx="1097280" cy="438912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Build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6501384" y="4069080"/>
            <a:ext cx="1097280" cy="438912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85216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Custom Slide Layout Composition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051560"/>
            <a:ext cx="3154680" cy="4434840"/>
          </a:xfrm>
          <a:prstGeom prst="rect">
            <a:avLst/>
          </a:prstGeom>
          <a:solidFill>
            <a:srgbClr val="EEF4FB"/>
          </a:solidFill>
          <a:ln w="12700">
            <a:solidFill>
              <a:srgbClr val="B7CBE3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Execution
Same helper builds another slide
Only the content tags change
Layout stays stable across pages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4069080" y="105156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A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207008"/>
            <a:ext cx="3511296" cy="2542032"/>
          </a:xfrm>
          <a:prstGeom prst="rect">
            <a:avLst/>
          </a:prstGeom>
        </p:spPr>
      </p:pic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4069080" y="4069080"/>
            <a:ext cx="1097280" cy="438912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Plan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oundRect 7"/>
          <p:cNvSpPr/>
          <p:nvPr/>
        </p:nvSpPr>
        <p:spPr>
          <a:xfrm>
            <a:off x="5285232" y="4069080"/>
            <a:ext cx="1097280" cy="438912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Build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6501384" y="4069080"/>
            <a:ext cx="1097280" cy="438912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I06 Custom Slide Layout Composition</dc:title>
  <dc:creator>gopptx</dc:creator>
  <cp:lastModifiedBy>gopptx</cp:lastModifiedBy>
  <cp:revision>1</cp:revision>
  <dcterms:created xsi:type="dcterms:W3CDTF">2026-03-20T11:42:48Z</dcterms:created>
  <dcterms:modified xsi:type="dcterms:W3CDTF">2026-03-20T11:42:48Z</dcterms:modified>
</cp:coreProperties>
</file>