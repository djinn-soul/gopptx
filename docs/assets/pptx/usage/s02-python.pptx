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S02 Text Frame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ect 3"/>
          <p:cNvSpPr/>
          <p:nvPr/>
        </p:nvSpPr>
        <p:spPr>
          <a:xfrm>
            <a:off x="731520" y="1463040"/>
            <a:ext cx="2743200" cy="914400"/>
          </a:xfrm>
          <a:prstGeom prst="rect">
            <a:avLst/>
          </a:prstGeom>
          <a:solidFill>
            <a:srgbClr val="FFF2CC"/>
          </a:solidFill>
          <a:ln w="25400">
            <a:solidFill>
              <a:srgbClr val="B45F06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Top anchor sample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ect 4"/>
          <p:cNvSpPr/>
          <p:nvPr/>
        </p:nvSpPr>
        <p:spPr>
          <a:xfrm>
            <a:off x="3840480" y="1463040"/>
            <a:ext cx="2743200" cy="914400"/>
          </a:xfrm>
          <a:prstGeom prst="rect">
            <a:avLst/>
          </a:prstGeom>
          <a:solidFill>
            <a:srgbClr val="D9EAD3"/>
          </a:solidFill>
          <a:ln w="25400">
            <a:solidFill>
              <a:srgbClr val="38761D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Bottom anchor sample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5" name="rect 5"/>
          <p:cNvSpPr/>
          <p:nvPr/>
        </p:nvSpPr>
        <p:spPr>
          <a:xfrm>
            <a:off x="731520" y="2743200"/>
            <a:ext cx="5852160" cy="914400"/>
          </a:xfrm>
          <a:prstGeom prst="rect">
            <a:avLst/>
          </a:prstGeom>
          <a:solidFill>
            <a:srgbClr val="D0E0E3"/>
          </a:solidFill>
          <a:ln w="25400">
            <a:solidFill>
              <a:srgbClr val="134F5C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No-wrap / shrink-fit text region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Basic Text Frame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S02 Text Frame</dc:title>
  <dc:creator>gopptx</dc:creator>
  <cp:lastModifiedBy>gopptx</cp:lastModifiedBy>
  <cp:revision>1</cp:revision>
  <dcterms:created xsi:type="dcterms:W3CDTF">2026-03-19T13:47:56Z</dcterms:created>
  <dcterms:modified xsi:type="dcterms:W3CDTF">2026-03-19T13:47:56Z</dcterms:modified>
</cp:coreProperties>
</file>