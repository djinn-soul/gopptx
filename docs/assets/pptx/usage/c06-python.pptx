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Q4 Launch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EXECUTIVE SUMMARY</a:t>
            </a:r>
          </a:p>
        </p:txBody>
      </p:sp>
      <p:sp>
        <p:nvSpPr>
          <p:cNvPr id="3" name="Content"/>
          <p:cNvSpPr/>
          <p:nvPr>
            <p:ph type="body" idx="1"/>
          </p:nvPr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Owner: Alice Chen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Budget: $50,000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Status: On Track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Date: 2026-Q4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{{ title }}</dc:title>
  <dc:creator>gopptx</dc:creator>
  <cp:lastModifiedBy>gopptx</cp:lastModifiedBy>
  <cp:revision>1</cp:revision>
  <dcterms:created xsi:type="dcterms:W3CDTF">2026-03-21T05:26:06Z</dcterms:created>
  <dcterms:modified xsi:type="dcterms:W3CDTF">2026-03-21T05:26:06Z</dcterms:modified>
</cp:coreProperties>
</file>