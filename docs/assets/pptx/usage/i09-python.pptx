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ectionList.xml" ContentType="application/vnd.microsoft.powerpoint.sectionLis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extLst>
    <p:ext uri="{521415D9-36F7-43E2-AB2F-B90AF26B5E84}">
      <p14:sectionLst xmlns:p14="http://schemas.microsoft.com/office/powerpoint/2010/main">
        <p14:section name="Introduction" id="{055B1E69-DC02-435A-9B67-A347C82D7B05}">
          <p14:sldIdLst>
            <p14:sldId id="257"/>
          </p14:sldIdLst>
        </p14:section>
        <p14:section name="Core Analysis" id="{6397787A-E0CF-4910-B276-BF235EE5AABF}">
          <p14:sldIdLst>
            <p14:sldId id="258"/>
            <p14:sldId id="259"/>
          </p14:sldIdLst>
        </p14:section>
        <p14:section name="Conclusion" id="{B7E30EDC-D2D5-4D3F-961B-C211765DE687}">
          <p14:sldIdLst>
            <p14:sldId id="260"/>
          </p14:sldIdLst>
        </p14:section>
      </p14:sectionLst>
    </p:ext>
  </p:extLst>
</p:presentation>
</file>

<file path=ppt/sectionList.xml><?xml version="1.0" encoding="utf-8"?>
<s:sectionLst xmlns:s="http://schemas.microsoft.com/office/powerpoint/2010/main">
  <s:section name="Introduction" id="{055B1E69-DC02-435A-9B67-A347C82D7B05}">
    <s:sldIdLst>
      <s:sldId id="257"/>
    </s:sldIdLst>
  </s:section>
  <s:section name="Core Analysis" id="{6397787A-E0CF-4910-B276-BF235EE5AABF}">
    <s:sldIdLst>
      <s:sldId id="258"/>
      <s:sldId id="259"/>
    </s:sldIdLst>
  </s:section>
  <s:section name="Conclusion" id="{B7E30EDC-D2D5-4D3F-961B-C211765DE687}">
    <s:sldIdLst>
      <s:sldId id="260"/>
    </s:sldIdLst>
  </s:section>
</s:sectionLst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microsoft.com/office/2007/relationships/sectionList" Target="sectionList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I09 Section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Intro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Analysis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Analysis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I09 Section Management</dc:title>
  <dc:creator>gopptx</dc:creator>
  <cp:lastModifiedBy>gopptx</cp:lastModifiedBy>
  <cp:revision>1</cp:revision>
  <dcterms:created xsi:type="dcterms:W3CDTF">2026-03-21T11:22:26Z</dcterms:created>
  <dcterms:modified xsi:type="dcterms:W3CDTF">2026-03-21T11:22:26Z</dcterms:modified>
</cp:coreProperties>
</file>