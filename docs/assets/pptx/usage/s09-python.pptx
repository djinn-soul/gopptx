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 xmlns:a="http://schemas.openxmlformats.org/drawingml/2006/main" xmlns:p="http://schemas.openxmlformats.org/presentationml/2006/main" xmlns:r="http://schemas.openxmlformats.org/officeDocument/2006/relationships"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743200" cy="2743200"/>
          </a:xfrm>
          <a:prstGeom prst="rect">
            <a:avLst/>
          </a:prstGeom>
        </p:spPr>
      </p:pic>
      <p:pic xmlns:a="http://schemas.openxmlformats.org/drawingml/2006/main" xmlns:p="http://schemas.openxmlformats.org/presentationml/2006/main" xmlns:r="http://schemas.openxmlformats.org/officeDocument/2006/relationships"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2011680" cy="2011680"/>
          </a:xfrm>
          <a:prstGeom prst="rect">
            <a:avLst/>
          </a:prstGeom>
        </p:spPr>
      </p:pic>
      <p:pic xmlns:a="http://schemas.openxmlformats.org/drawingml/2006/main" xmlns:p="http://schemas.openxmlformats.org/presentationml/2006/main" xmlns:r="http://schemas.openxmlformats.org/officeDocument/2006/relationships"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S09 Image Positioning and Scaling</dc:title>
  <dc:creator>gopptx</dc:creator>
  <cp:lastModifiedBy>gopptx</cp:lastModifiedBy>
  <cp:revision>1</cp:revision>
  <dcterms:created xsi:type="dcterms:W3CDTF">2026-03-20T06:08:47Z</dcterms:created>
  <dcterms:modified xsi:type="dcterms:W3CDTF">2026-03-20T06:08:47Z</dcterms:modified>
</cp:coreProperties>
</file>