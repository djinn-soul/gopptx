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charts/_rels/chart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Worksheet1.xlsx"/>
</Relationships>
</file>

<file path=ppt/charts/_rels/chart2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Worksheet2.xlsx"/>
</Relationships>
</file>

<file path=ppt/charts/_rels/chart3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Workshee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Revenue by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12.000000</c:v>
              </c:pt>
              <c:pt idx="1">
                <c:v>18.000000</c:v>
              </c:pt>
              <c:pt idx="2">
                <c:v>15.000000</c:v>
              </c:pt>
              <c:pt idx="3">
                <c:v>24.000000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Monthly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Series 1</c:v>
          </c:tx>
          <c:spPr>
            <a:solidFill>
              <a:srgbClr val="C0504D"/>
            </a:solidFill>
          </c:spPr>
          <c:marker>
            <c:symbol val="none"/>
          </c:marker>
          <c:cat>
            <c:strLit>
              <c:ptCount val="4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</c:strLit>
          </c:cat>
          <c:val>
            <c:numLit>
              <c:formatCode>General</c:formatCode>
              <c:ptCount val="4"/>
              <c:pt idx="0">
                <c:v>4.000000</c:v>
              </c:pt>
              <c:pt idx="1">
                <c:v>7.000000</c:v>
              </c:pt>
              <c:pt idx="2">
                <c:v>6.000000</c:v>
              </c:pt>
              <c:pt idx="3">
                <c:v>9.000000</c:v>
              </c:pt>
            </c:numLit>
          </c:val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Traffic Mix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Series 1</c:v>
          </c:tx>
          <c:cat>
            <c:strLit>
              <c:ptCount val="3"/>
              <c:pt idx="0">
                <c:v>Direct</c:v>
              </c:pt>
              <c:pt idx="1">
                <c:v>Search</c:v>
              </c:pt>
              <c:pt idx="2">
                <c:v>Referral</c:v>
              </c:pt>
            </c:strLit>
          </c:cat>
          <c:val>
            <c:numLit>
              <c:formatCode>General</c:formatCode>
              <c:ptCount val="3"/>
              <c:pt idx="0">
                <c:v>45.000000</c:v>
              </c:pt>
              <c:pt idx="1">
                <c:v>35.000000</c:v>
              </c:pt>
              <c:pt idx="2">
                <c:v>20.000000</c:v>
              </c:pt>
            </c:numLit>
          </c:val>
        </c:ser>
      </c:pieChart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1.xml"/>
<Relationship Id="rId3" Type="http://schemas.openxmlformats.org/officeDocument/2006/relationships/chart" Target="../charts/chart2.xml"/>
<Relationship Id="rId4" Type="http://schemas.openxmlformats.org/officeDocument/2006/relationships/chart" Target="../charts/char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Chart Slide Generation</a:t>
            </a:r>
          </a:p>
        </p:txBody>
      </p:sp>
      <p:graphicFrame xmlns:a="http://schemas.openxmlformats.org/drawingml/2006/main" xmlns:p="http://schemas.openxmlformats.org/presentationml/2006/main" xmlns:r="http://schemas.openxmlformats.org/officeDocument/2006/relationships">
        <p:nvGraphicFramePr>
          <p:cNvPr id="3" name="Revenue by Quarter"/>
          <p:cNvGraphicFramePr/>
          <p:nvPr/>
        </p:nvGraphicFramePr>
        <p:xfrm>
          <a:off x="411480" y="109728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 xmlns:a="http://schemas.openxmlformats.org/drawingml/2006/main" xmlns:p="http://schemas.openxmlformats.org/presentationml/2006/main" xmlns:r="http://schemas.openxmlformats.org/officeDocument/2006/relationships">
        <p:nvGraphicFramePr>
          <p:cNvPr id="4" name="Monthly Trend"/>
          <p:cNvGraphicFramePr/>
          <p:nvPr/>
        </p:nvGraphicFramePr>
        <p:xfrm>
          <a:off x="4160520" y="1097280"/>
          <a:ext cx="3657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 xmlns:a="http://schemas.openxmlformats.org/drawingml/2006/main" xmlns:p="http://schemas.openxmlformats.org/presentationml/2006/main" xmlns:r="http://schemas.openxmlformats.org/officeDocument/2006/relationships">
        <p:nvGraphicFramePr>
          <p:cNvPr id="5" name="Traffic Mix"/>
          <p:cNvGraphicFramePr/>
          <p:nvPr/>
        </p:nvGraphicFramePr>
        <p:xfrm>
          <a:off x="2331720" y="384048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I05 Chart Slide Generation</dc:title>
  <dc:creator>gopptx</dc:creator>
  <cp:lastModifiedBy>gopptx</cp:lastModifiedBy>
  <cp:revision>1</cp:revision>
  <dcterms:created xsi:type="dcterms:W3CDTF">2026-03-20T11:09:11Z</dcterms:created>
  <dcterms:modified xsi:type="dcterms:W3CDTF">2026-03-20T11:09:11Z</dcterms:modified>
</cp:coreProperties>
</file>