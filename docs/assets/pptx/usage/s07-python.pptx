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S07 Styled Text Formatting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Styled Text Formatting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ect 3"/>
          <p:cNvSpPr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sz="3400"/>
              <a:t>Font size 34pt  </a:t>
            </a:r>
            <a:r>
              <a:rPr lang="en-US" b="1" sz="2800"/>
              <a:t>Bold  </a:t>
            </a:r>
            <a:r>
              <a:rPr lang="en-US" i="1" sz="2800"/>
              <a:t>Italic  </a:t>
            </a:r>
            <a:r>
              <a:rPr lang="en-US" u="sng" sz="2800"/>
              <a:t>Underline  </a:t>
            </a:r>
            <a:r>
              <a:rPr lang="en-US" sz="2800">
                <a:solidFill>
                  <a:srgbClr val="C00000"/>
                </a:solidFill>
              </a:rPr>
              <a:t>Color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S07 Styled Text Formatting</dc:title>
  <dc:creator>gopptx</dc:creator>
  <cp:lastModifiedBy>gopptx</cp:lastModifiedBy>
  <cp:revision>1</cp:revision>
  <dcterms:created xsi:type="dcterms:W3CDTF">2026-03-19T17:21:59Z</dcterms:created>
  <dcterms:modified xsi:type="dcterms:W3CDTF">2026-03-19T17:21:59Z</dcterms:modified>
</cp:coreProperties>
</file>