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Shape 2" descr="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</p:spPr>
        <p:txBody>
          <a:bodyPr/>
          <a:lstStyle/>
          <a:p/>
        </p:txBody>
      </p:sp>
      <p:sp>
        <p:nvSpPr>
          <p:cNvPr id="3" name="Shape 3" descr=""/>
          <p:cNvSpPr/>
          <p:nvPr/>
        </p:nvSpPr>
        <p:spPr>
          <a:xfrm>
            <a:off x="640080" y="548640"/>
            <a:ext cx="10972800" cy="1554480"/>
          </a:xfrm>
          <a:prstGeom prst="roundRect">
            <a:avLst/>
          </a:prstGeom>
          <a:gradFill rotWithShape="1">
            <a:gsLst>
              <a:gs pos="0">
                <a:srgbClr val="2B4C7E"/>
              </a:gs>
              <a:gs pos="100000">
                <a:srgbClr val="567EBB"/>
              </a:gs>
            </a:gsLst>
            <a:lin ang="2100000" scaled="1"/>
          </a:gradFill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3400" b="0" i="0" u="none" dirty="0">
                <a:solidFill>
                  <a:srgbClr val="FFFFFF"/>
                </a:solidFill>
              </a:rPr>
              <a:t>Brand Reskin Demo</a:t>
            </a:r>
          </a:p>
        </p:txBody>
      </p:sp>
      <p:sp>
        <p:nvSpPr>
          <p:cNvPr id="4" name="Shape 4" descr=""/>
          <p:cNvSpPr/>
          <p:nvPr/>
        </p:nvSpPr>
        <p:spPr>
          <a:xfrm>
            <a:off x="822960" y="2743200"/>
            <a:ext cx="2011680" cy="1371600"/>
          </a:xfrm>
          <a:prstGeom prst="rect">
            <a:avLst/>
          </a:prstGeom>
          <a:solidFill>
            <a:srgbClr val="003366"/>
          </a:solidFill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FFFFFF"/>
                </a:solidFill>
              </a:rPr>
              <a:t>Accent 1</a:t>
            </a:r>
          </a:p>
        </p:txBody>
      </p:sp>
      <p:sp>
        <p:nvSpPr>
          <p:cNvPr id="5" name="Shape 5" descr=""/>
          <p:cNvSpPr/>
          <p:nvPr/>
        </p:nvSpPr>
        <p:spPr>
          <a:xfrm>
            <a:off x="3063240" y="2743200"/>
            <a:ext cx="2011680" cy="1371600"/>
          </a:xfrm>
          <a:prstGeom prst="rect">
            <a:avLst/>
          </a:prstGeom>
          <a:solidFill>
            <a:srgbClr val="00A3A3"/>
          </a:solidFill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000000"/>
                </a:solidFill>
              </a:rPr>
              <a:t>Accent 2</a:t>
            </a:r>
          </a:p>
        </p:txBody>
      </p:sp>
      <p:sp>
        <p:nvSpPr>
          <p:cNvPr id="6" name="Shape 6" descr=""/>
          <p:cNvSpPr/>
          <p:nvPr/>
        </p:nvSpPr>
        <p:spPr>
          <a:xfrm>
            <a:off x="5303520" y="2743200"/>
            <a:ext cx="2011680" cy="1371600"/>
          </a:xfrm>
          <a:prstGeom prst="rect">
            <a:avLst/>
          </a:prstGeom>
          <a:solidFill>
            <a:srgbClr val="E67E22"/>
          </a:solidFill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000000"/>
                </a:solidFill>
              </a:rPr>
              <a:t>Accent 3</a:t>
            </a:r>
          </a:p>
        </p:txBody>
      </p:sp>
      <p:sp>
        <p:nvSpPr>
          <p:cNvPr id="7" name="Shape 7" descr=""/>
          <p:cNvSpPr/>
          <p:nvPr/>
        </p:nvSpPr>
        <p:spPr>
          <a:xfrm>
            <a:off x="7543800" y="2743200"/>
            <a:ext cx="2011680" cy="1371600"/>
          </a:xfrm>
          <a:prstGeom prst="rect">
            <a:avLst/>
          </a:prstGeom>
          <a:solidFill>
            <a:srgbClr val="0B66D0"/>
          </a:solidFill>
        </p:spPr>
        <p:txBody>
          <a:bodyPr wrap="square" rtlCol="0" anchor="ctr" lIns="457200" tIns="457200" rIns="457200" bIns="457200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FFFFFF"/>
                </a:solidFill>
              </a:rPr>
              <a:t>Hyperlink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Visual Consistency Checks</a:t>
            </a:r>
          </a:p>
        </p:txBody>
      </p:sp>
      <p:graphicFrame>
        <p:nvGraphicFramePr>
          <p:cNvPr id="3" name="Table 1" descr=""/>
          <p:cNvGraphicFramePr>
            <a:graphicFrameLocks noGrp="1"/>
          </p:cNvGraphicFramePr>
          <p:nvPr/>
        </p:nvGraphicFramePr>
        <p:xfrm>
          <a:off x="457200" y="1600200"/>
          <a:ext cx="8230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4389120"/>
              </a:tblGrid>
              <a:tr h="800100">
                <a:tc>
                  <a:txBody>
                    <a:bodyPr/>
                    <a:lstStyle/>
                    <a:p>
                      <a:r>
                        <a:rPr lang="en-US" dirty="0" b="1"/>
                        <a:t>Surface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Result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Expectation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Hero gradients +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Updated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Swatches and banners adopt palette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Typography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Updated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Headings/body map to new theme fonts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lang="en-US" dirty="0"/>
                        <a:t>Table header + status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Updated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fills stay readable after reskin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odern marketing">
  <a:themeElements>
    <a:clrScheme name="Modern colors">
      <a:dk1>
        <a:sysClr val="windowText" lastClr="000000"/>
      </a:dk1>
      <a:lt1>
        <a:sysClr val="window" lastClr="FFFFFF"/>
      </a:lt1>
      <a:dk2>
        <a:srgbClr val="444444"/>
      </a:dk2>
      <a:lt2>
        <a:srgbClr val="F3F3F3"/>
      </a:lt2>
      <a:accent1>
        <a:srgbClr val="003366"/>
      </a:accent1>
      <a:accent2>
        <a:srgbClr val="00A3A3"/>
      </a:accent2>
      <a:accent3>
        <a:srgbClr val="E67E22"/>
      </a:accent3>
      <a:accent4>
        <a:srgbClr val="0097A7"/>
      </a:accent4>
      <a:accent5>
        <a:srgbClr val="00838F"/>
      </a:accent5>
      <a:accent6>
        <a:srgbClr val="006064"/>
      </a:accent6>
      <a:hlink>
        <a:srgbClr val="0B66D0"/>
      </a:hlink>
      <a:folHlink>
        <a:srgbClr val="551A8B"/>
      </a:folHlink>
    </a:clrScheme>
    <a:fontScheme name="Modern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 Reskin Base</dc:title>
  <dc:creator>gopptx</dc:creator>
  <cp:lastModifiedBy>gopptx</cp:lastModifiedBy>
  <cp:revision>1</cp:revision>
  <dcterms:created xsi:type="dcterms:W3CDTF">2026-03-19T10:09:59Z</dcterms:created>
  <dcterms:modified xsi:type="dcterms:W3CDTF">2026-03-19T10:09:59Z</dcterms:modified>
</cp:coreProperties>
</file>