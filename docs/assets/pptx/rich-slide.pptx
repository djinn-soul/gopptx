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8583B92D-B326-4076-96F9-126CB471A9B6}" type="datetime1">
              <a:rPr lang="en-US"/>
              <a:pPr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>
          <a:xfrm>
            <a:off x="1143000" y="4572000"/>
            <a:ext cx="4572000" cy="38862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E4E639B-83C3-4404-B32B-98A843E836F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457200" indent="-457200">
              <a:buChar char="•"/>
            </a:pPr>
            <a:r>
              <a:rPr lang="en-US" sz="1200" b="0" i="0" u="none" dirty="0"/>
              <a:t>Use these speaker notes to describe how the slide should feel.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gopptx Rich Slide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gopptx now exposes helpers for notes, placeholders, and animations.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Reuse the same slide object to keep your API surface stable.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1097280" y="2651760"/>
            <a:ext cx="2926080" cy="1005840"/>
          </a:xfrm>
          <a:prstGeom prst="rect">
            <a:avLst/>
          </a:prstGeom>
          <a:solidFill>
            <a:srgbClr val="F4C542"/>
          </a:soli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2200" b="0" i="0" u="none" dirty="0">
                <a:solidFill>
                  <a:srgbClr val="000000"/>
                </a:solidFill>
              </a:rPr>
              <a:t>Animated callout</a:t>
            </a:r>
          </a:p>
        </p:txBody>
      </p:sp>
      <p:sp>
        <p:nvSpPr>
          <p:cNvPr id="5" name="Placeholder 1"/>
          <p:cNvSpPr/>
          <p:nvPr>
            <p:ph idx="1"/>
          </p:nvPr>
        </p:nvSpPr>
        <p:spPr>
          <a:xfrm>
            <a:off x="640080" y="3977640"/>
            <a:ext cx="6217920" cy="1371600"/>
          </a:xfrm>
          <a:prstGeom prst="rect">
            <a:avLst/>
          </a:prstGeom>
        </p:spPr>
        <p:txBody>
          <a:bodyPr/>
          <a:lstStyle/>
          <a:p>
            <a:pPr>
              <a:defRPr b="1" sz="2400">
                <a:solidFill>
                  <a:srgbClr val="1F4E79"/>
                </a:solidFill>
                <a:latin typeface="Segoe UI"/>
              </a:defRPr>
            </a:pPr>
            <a:r>
              <a:rPr lang="en-US" dirty="0"/>
              <a:t>Body placeholder text with layout overrides and custom styling.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250"/>
                      </p:stCondLst>
                      <p:childTnLst>
                        <p:set>
                          <p:cBhvr>
                            <p:cTn id="4" dur="500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</p:cBhvr>
                        </p:set>
                      </p:childTnLst>
                    </p:cTn>
                  </p:par>
                  <p:par>
                    <p:cTn id="5" presetID="23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6" dur="900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</p:cBhvr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1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gopptx Rich Slide Demo</dc:title>
  <dc:subject/>
  <dc:creator>gopptx</dc:creator>
  <cp:lastModifiedBy>gopptx</cp:lastModifiedBy>
  <dc:description/>
  <cp:revision>1</cp:revision>
  <dcterms:created xsi:type="dcterms:W3CDTF">2026-03-19T10:08:12Z</dcterms:created>
  <dcterms:modified xsi:type="dcterms:W3CDTF">2026-03-19T10:08:12Z</dcterms:modified>
</cp:coreProperties>
</file>