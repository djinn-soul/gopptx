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Combo Parity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Revenue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12.000000</c:v>
              </c:pt>
              <c:pt idx="1">
                <c:v>15.000000</c:v>
              </c:pt>
              <c:pt idx="2">
                <c:v>14.000000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Trend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11.000000</c:v>
              </c:pt>
              <c:pt idx="1">
                <c:v>14.000000</c:v>
              </c:pt>
              <c:pt idx="2">
                <c:v>16.000000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AndContent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goppt Feature Showcase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Chart parity (13 variants)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Slide layouts (title/content, title-only, blank)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Table styling + deep border semantics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Markdown inline rich text and text-run formatting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Title Only Layout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Run-Level 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0" u="none" dirty="0"/>
              <a:t>Bold </a:t>
            </a:r>
            <a:r>
              <a:rPr lang="en-US" sz="2800" b="0" i="1" u="none" dirty="0"/>
              <a:t>Italic </a:t>
            </a:r>
            <a:r>
              <a:rPr lang="en-US" sz="2800" b="0" i="0" u="sng" dirty="0"/>
              <a:t>Underline </a:t>
            </a:r>
            <a:r>
              <a:rPr lang="en-US" sz="2800" b="0" i="0" u="none" dirty="0">
                <a:solidFill>
                  <a:srgbClr val="1F4E78"/>
                </a:solidFill>
              </a:rPr>
              <a:t>Color </a:t>
            </a:r>
            <a:r>
              <a:rPr lang="en-US" sz="2800" b="0" i="0" u="none" dirty="0">
                <a:latin typeface="Calibri"/>
              </a:rPr>
              <a:t>Custom Font </a:t>
            </a:r>
            <a:r>
              <a:rPr lang="en-US" sz="2000" b="0" i="0" u="none" dirty="0"/>
              <a:t>Sized</a:t>
            </a:r>
          </a:p>
          <a:p>
            <a:pPr lvl="0" marL="457200" indent="-457200">
              <a:buChar char="•"/>
            </a:pPr>
            <a:r>
              <a:rPr lang="en-US" sz="2800" b="0" i="0" u="none" dirty="0">
                <a:latin typeface="Consolas"/>
              </a:rPr>
              <a:t>Inline code style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Table Styling + Borders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2400000"/>
                <a:gridCol w="2400000"/>
              </a:tblGrid>
              <a:tr h="1600200">
                <a:tc>
                  <a:txBody>
                    <a:bodyPr/>
                    <a:lstStyle/>
                    <a:p>
                      <a:r>
                        <a:rPr lang="en-US" dirty="0" b="1"/>
                        <a:t>Feature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State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Notes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160020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Per-side border</a:t>
                      </a:r>
                    </a:p>
                  </a:txBody>
                  <a:tcPr>
                    <a:lnL w="19050">
                      <a:solidFill>
                        <a:srgbClr val="AA0000"/>
                      </a:solidFill>
                      <a:prstDash val="dash"/>
                    </a:lnL>
                    <a:lnR w="19050">
                      <a:solidFill>
                        <a:srgbClr val="00AA00"/>
                      </a:solidFill>
                      <a:prstDash val="dot"/>
                    </a:lnR>
                    <a:lnT w="19050">
                      <a:solidFill>
                        <a:srgbClr val="0000AA"/>
                      </a:solidFill>
                      <a:prstDash val="lgDash"/>
                    </a:lnT>
                    <a:lnB w="19050">
                      <a:solidFill>
                        <a:srgbClr val="77777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XML emits only configured sides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Chart Sample (Combo)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Markdown Parsed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Plain bullet</a:t>
            </a:r>
          </a:p>
          <a:p>
            <a:pPr lvl="0" marL="457200" indent="-457200">
              <a:buChar char="•"/>
            </a:pPr>
            <a:r>
              <a:rPr lang="en-US" sz="2800" b="1" i="0" u="none" dirty="0"/>
              <a:t>Bold</a:t>
            </a:r>
            <a:r>
              <a:rPr lang="en-US" sz="2800" b="0" i="0" u="none" dirty="0"/>
              <a:t> + </a:t>
            </a:r>
            <a:r>
              <a:rPr lang="en-US" sz="2800" b="0" i="1" u="none" dirty="0"/>
              <a:t>italic</a:t>
            </a:r>
            <a:r>
              <a:rPr lang="en-US" sz="2800" b="0" i="0" u="none" dirty="0"/>
              <a:t> + </a:t>
            </a:r>
            <a:r>
              <a:rPr lang="en-US" sz="2800" b="0" i="0" u="none" dirty="0">
                <a:latin typeface="Consolas"/>
              </a:rPr>
              <a:t>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Markdown Parsed Slide 2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Numbered item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Another item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8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goppt Feature Showcase</dc:title>
  <dc:creator>goppt</dc:creator>
  <cp:lastModifiedBy>goppt</cp:lastModifiedBy>
  <cp:revision>1</cp:revision>
  <dcterms:created xsi:type="dcterms:W3CDTF">2026-02-07T05:36:26Z</dcterms:created>
  <dcterms:modified xsi:type="dcterms:W3CDTF">2026-02-07T05:36:26Z</dcterms:modified>
</cp:coreProperties>
</file>