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Text Enhancements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H</a:t>
            </a:r>
            <a:r>
              <a:rPr lang="en-US" sz="2800" b="0" i="0" u="none" baseline="-25000" dirty="0"/>
              <a:t>2</a:t>
            </a:r>
            <a:r>
              <a:rPr lang="en-US" sz="2800" b="0" i="0" u="none" dirty="0"/>
              <a:t>O - Subscript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E=mc</a:t>
            </a:r>
            <a:r>
              <a:rPr lang="en-US" sz="2800" b="0" i="0" u="none" baseline="30000" dirty="0"/>
              <a:t>2</a:t>
            </a:r>
            <a:r>
              <a:rPr lang="en-US" sz="2800" b="0" i="0" u="none" dirty="0"/>
              <a:t> - Superscript</a:t>
            </a:r>
          </a:p>
          <a:p>
            <a:pPr lvl="0" marL="457200" indent="-457200">
              <a:buChar char="•"/>
            </a:pPr>
            <a:r>
              <a:rPr lang="en-US" sz="2800" b="0" i="0" u="none" dirty="0">
                <a:highlight>
                  <a:srgbClr val="FFFF00"/>
                </a:highlight>
              </a:rPr>
              <a:t>Highlighted text</a:t>
            </a:r>
          </a:p>
          <a:p>
            <a:pPr lvl="0" marL="457200" indent="-457200">
              <a:buChar char="•"/>
            </a:pPr>
            <a:r>
              <a:rPr lang="en-US" sz="2800" b="0" i="0" u="none" dirty="0">
                <a:latin typeface="Consolas"/>
              </a:rPr>
              <a:t>Code style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06: Text Enhancements</dc:title>
  <dc:creator>goppt</dc:creator>
  <cp:lastModifiedBy>goppt</cp:lastModifiedBy>
  <cp:revision>1</cp:revision>
  <dcterms:created xsi:type="dcterms:W3CDTF">2026-02-08T09:33:02Z</dcterms:created>
  <dcterms:modified xsi:type="dcterms:W3CDTF">2026-02-08T09:33:02Z</dcterms:modified>
</cp:coreProperties>
</file>