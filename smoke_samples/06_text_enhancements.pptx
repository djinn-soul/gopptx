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H</a:t>
            </a:r>
            <a:r>
              <a:rPr lang="en-US" sz="2800" b="0" i="0" u="none" baseline="-25000" dirty="0"/>
              <a:t>2</a:t>
            </a:r>
            <a:r>
              <a:rPr lang="en-US" sz="2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E=mc</a:t>
            </a:r>
            <a:r>
              <a:rPr lang="en-US" sz="2800" b="0" i="0" u="none" baseline="30000" dirty="0"/>
              <a:t>2</a:t>
            </a:r>
            <a:r>
              <a:rPr lang="en-US" sz="2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