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theme" Target="theme/theme1.xml"/>
<Relationship Id="rId3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2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3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4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5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_rels/slideLayout6.xml.rels><?xml version="1.0" encoding="UTF-8" standalone="yes"?>
<Relationships xmlns="http://schemas.openxmlformats.org/package/2006/relationships">
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entere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ig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slideLayout" Target="../slideLayouts/slideLayout2.xml"/>
<Relationship Id="rId3" Type="http://schemas.openxmlformats.org/officeDocument/2006/relationships/slideLayout" Target="../slideLayouts/slideLayout3.xml"/>
<Relationship Id="rId4" Type="http://schemas.openxmlformats.org/officeDocument/2006/relationships/slideLayout" Target="../slideLayouts/slideLayout4.xml"/>
<Relationship Id="rId5" Type="http://schemas.openxmlformats.org/officeDocument/2006/relationships/slideLayout" Target="../slideLayouts/slideLayout5.xml"/>
<Relationship Id="rId6" Type="http://schemas.openxmlformats.org/officeDocument/2006/relationships/slideLayout" Target="../slideLayouts/slideLayout6.xml"/>
<Relationship Id="rId7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</p:sldMaster>
</file>

<file path=ppt/slides/_rels/slide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c="http://schemas.openxmlformats.org/drawingml/2006/chart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 txBox="1"/>
          <p:nvPr/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l"/>
            <a:r>
              <a:rPr lang="en-US" sz="4400" b="1" i="0" dirty="0"/>
              <a:t>Text Enhancements</a:t>
            </a:r>
          </a:p>
        </p:txBody>
      </p:sp>
      <p:sp>
        <p:nvSpPr>
          <p:cNvPr id="3" name="Content"/>
          <p:cNvSpPr txBox="1"/>
          <p:nvPr/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 wrap="square" rtlCol="0"/>
          <a:lstStyle/>
          <a:p>
            <a:pPr lvl="0" marL="457200" indent="-457200">
              <a:buChar char="•"/>
            </a:pPr>
            <a:r>
              <a:rPr lang="en-US" sz="2800" b="0" i="0" u="none" dirty="0"/>
              <a:t>H</a:t>
            </a:r>
            <a:r>
              <a:rPr lang="en-US" sz="2800" b="0" i="0" u="none" baseline="-25000" dirty="0"/>
              <a:t>2</a:t>
            </a:r>
            <a:r>
              <a:rPr lang="en-US" sz="2800" b="0" i="0" u="none" dirty="0"/>
              <a:t>O - Subscript</a:t>
            </a:r>
          </a:p>
          <a:p>
            <a:pPr lvl="0" marL="457200" indent="-457200">
              <a:buChar char="•"/>
            </a:pPr>
            <a:r>
              <a:rPr lang="en-US" sz="2800" b="0" i="0" u="none" dirty="0"/>
              <a:t>E=mc</a:t>
            </a:r>
            <a:r>
              <a:rPr lang="en-US" sz="2800" b="0" i="0" u="none" baseline="30000" dirty="0"/>
              <a:t>2</a:t>
            </a:r>
            <a:r>
              <a:rPr lang="en-US" sz="2800" b="0" i="0" u="none" dirty="0"/>
              <a:t> - Superscript</a:t>
            </a:r>
          </a:p>
          <a:p>
            <a:pPr lvl="0" marL="457200" indent="-457200">
              <a:buChar char="•"/>
            </a:pPr>
            <a:r>
              <a:rPr lang="en-US" sz="2800" b="0" i="0" u="none" dirty="0">
                <a:highlight>
                  <a:srgbClr val="FFFF00"/>
                </a:highlight>
              </a:rPr>
              <a:t>Highlighted text</a:t>
            </a:r>
          </a:p>
          <a:p>
            <a:pPr lvl="0" marL="457200" indent="-457200">
              <a:buChar char="•"/>
            </a:pPr>
            <a:r>
              <a:rPr lang="en-US" sz="2800" b="0" i="0" u="none" dirty="0">
                <a:latin typeface="Consolas"/>
              </a:rPr>
              <a:t>Code style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gopptx</Application>
  <PresentationFormat>On-screen Show (4:3)</PresentationFormat>
  <Paragraphs>0</Paragraphs>
  <Slides>1</Slides>
  <Notes>0</Notes>
  <HiddenSlides>0</HiddenSlides>
  <MMClips>0</MMClips>
  <ScaleCrop>false</ScaleCrop>
  <LinksUpToDate>false</LinksUpToDate>
  <SharedDoc>false</SharedDoc>
  <HyperlinksChanged>false</HyperlinksChanged>
  <AppVersion>1.0000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Task 06: Text Enhancements</dc:title>
  <dc:creator>gopptx</dc:creator>
  <cp:lastModifiedBy>gopptx</cp:lastModifiedBy>
  <cp:revision>1</cp:revision>
  <dcterms:created xsi:type="dcterms:W3CDTF">2026-02-08T11:34:30Z</dcterms:created>
  <dcterms:modified xsi:type="dcterms:W3CDTF">2026-02-08T11:34:30Z</dcterms:modified>
</cp:coreProperties>
</file>