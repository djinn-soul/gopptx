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Table Cell Merge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1066800">
                <a:tc gridSpan="3">
                  <a:txBody>
                    <a:bodyPr/>
                    <a:lstStyle/>
                    <a:p>
                      <a:r>
                        <a:rPr lang="en-US" dirty="0"/>
                        <a:t>Merged Header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08: Table Merge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