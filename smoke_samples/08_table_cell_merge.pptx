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Table Cell Merge</a:t>
            </a:r>
          </a:p>
        </p:txBody>
      </p:sp>
      <p:graphicFrame>
        <p:nvGraphicFramePr>
          <p:cNvPr id="3" name="Table 1"/>
          <p:cNvGraphicFramePr>
            <a:graphicFrameLocks noGrp="1"/>
          </p:cNvGraphicFramePr>
          <p:nvPr/>
        </p:nvGraphicFramePr>
        <p:xfrm>
          <a:off x="457200" y="1600200"/>
          <a:ext cx="8230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2000000"/>
                <a:gridCol w="2000000"/>
              </a:tblGrid>
              <a:tr h="1066800">
                <a:tc gridSpan="3">
                  <a:txBody>
                    <a:bodyPr/>
                    <a:lstStyle/>
                    <a:p>
                      <a:r>
                        <a:rPr lang="en-US" dirty="0"/>
                        <a:t>Merged Header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US" dirty="0"/>
                        <a:t/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US" dirty="0"/>
                        <a:t/>
                      </a:r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08: Table Merge</dc:title>
  <dc:subject/>
  <dc:creator>gopptx</dc:creator>
  <cp:lastModifiedBy>gopptx</cp:lastModifiedBy>
  <dc:description/>
  <cp:revision>1</cp:revision>
  <dcterms:created xsi:type="dcterms:W3CDTF">2026-02-10T11:38:03Z</dcterms:created>
  <dcterms:modified xsi:type="dcterms:W3CDTF">2026-02-10T11:38:03Z</dcterms:modified>
</cp:coreProperties>
</file>