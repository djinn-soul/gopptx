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 Cell Merge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1066800">
                <a:tc gridSpan="3">
                  <a:txBody>
                    <a:bodyPr/>
                    <a:lstStyle/>
                    <a:p>
                      <a:r>
                        <a:rPr lang="en-US" dirty="0"/>
                        <a:t>Merged Header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r>
                        <a:rPr lang="en-US" dirty="0"/>
                        <a:t/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08: Table Merge</dc:title>
  <dc:subject/>
  <dc:creator>gopptx</dc:creator>
  <cp:lastModifiedBy>gopptx</cp:lastModifiedBy>
  <dc:description/>
  <cp:revision>1</cp:revision>
  <dcterms:created xsi:type="dcterms:W3CDTF">2026-02-12T18:44:24Z</dcterms:created>
  <dcterms:modified xsi:type="dcterms:W3CDTF">2026-02-12T18:44:24Z</dcterms:modified>
</cp:coreProperties>
</file>