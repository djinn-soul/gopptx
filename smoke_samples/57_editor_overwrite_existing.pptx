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Edited Title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Updated in place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Visual theme colors applied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5303520" cy="594360"/>
          </a:xfrm>
          <a:prstGeom prst="rect">
            <a:avLst/>
          </a:prstGeom>
          <a:solidFill>
            <a:srgbClr val="1976D2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300" b="0" i="0" u="none" dirty="0">
                <a:solidFill>
                  <a:srgbClr val="FFFFFF"/>
                </a:solidFill>
              </a:rPr>
              <a:t>Accent 1 bar</a:t>
            </a:r>
          </a:p>
        </p:txBody>
      </p:sp>
      <p:sp>
        <p:nvSpPr>
          <p:cNvPr id="5" name="Shape 5"/>
          <p:cNvSpPr/>
          <p:nvPr/>
        </p:nvSpPr>
        <p:spPr>
          <a:xfrm>
            <a:off x="640080" y="2331720"/>
            <a:ext cx="5303520" cy="594360"/>
          </a:xfrm>
          <a:prstGeom prst="rect">
            <a:avLst/>
          </a:prstGeom>
          <a:solidFill>
            <a:srgbClr val="00E676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300" b="0" i="0" u="none" dirty="0">
                <a:solidFill>
                  <a:srgbClr val="000000"/>
                </a:solidFill>
              </a:rPr>
              <a:t>Accent 2 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Content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Second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Added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Inserted before overwrite save</a:t>
            </a:r>
          </a:p>
        </p:txBody>
      </p:sp>
      <p:sp>
        <p:nvSpPr>
          <p:cNvPr id="4" name="Shape 4"/>
          <p:cNvSpPr/>
          <p:nvPr/>
        </p:nvSpPr>
        <p:spPr>
          <a:xfrm>
            <a:off x="914400" y="1828800"/>
            <a:ext cx="5486400" cy="914400"/>
          </a:xfrm>
          <a:prstGeom prst="roundRect">
            <a:avLst/>
          </a:prstGeom>
          <a:solidFill>
            <a:srgbClr val="00B0FF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</a:rPr>
              <a:t>Accent 3 highlight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marketing">
  <a:themeElements>
    <a:clrScheme name="Tech colors">
      <a:dk1>
        <a:sysClr val="windowText" lastClr="01579B"/>
      </a:dk1>
      <a:lt1>
        <a:sysClr val="window" lastClr="FAFAFA"/>
      </a:lt1>
      <a:dk2>
        <a:srgbClr val="0D47A1"/>
      </a:dk2>
      <a:lt2>
        <a:srgbClr val="E3F2FD"/>
      </a:lt2>
      <a:accent1>
        <a:srgbClr val="1976D2"/>
      </a:accent1>
      <a:accent2>
        <a:srgbClr val="00E676"/>
      </a:accent2>
      <a:accent3>
        <a:srgbClr val="00B0FF"/>
      </a:accent3>
      <a:accent4>
        <a:srgbClr val="00B8D4"/>
      </a:accent4>
      <a:accent5>
        <a:srgbClr val="0091EA"/>
      </a:accent5>
      <a:accent6>
        <a:srgbClr val="0D47A1"/>
      </a:accent6>
      <a:hlink>
        <a:srgbClr val="00B0FF"/>
      </a:hlink>
      <a:folHlink>
        <a:srgbClr val="0D47A1"/>
      </a:folHlink>
    </a:clrScheme>
    <a:fontScheme name="Tech fonts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 Overwrite Demo</dc:title>
  <dc:subject/>
  <dc:creator>gopptx</dc:creator>
  <cp:lastModifiedBy>gopptx</cp:lastModifiedBy>
  <dc:description/>
  <cp:revision>1</cp:revision>
  <dcterms:created xsi:type="dcterms:W3CDTF">2026-02-12T02:20:06Z</dcterms:created>
  <dcterms:modified xsi:type="dcterms:W3CDTF">2026-02-12T02:20:06Z</dcterms:modified>
</cp:coreProperties>
</file>