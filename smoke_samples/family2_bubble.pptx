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</a:t>
            </a:r>
          </a:p>
        </c:rich>
      </c:tx>
      <c:overlay val="0"/>
    </c:title>
    <c:autoTitleDeleted val="0"/>
    <c:plotArea>
      <c:layout/>
      <c:bubbleChart>
        <c:varyColors val="0"/>
        <c:bubbleScale val="11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</c:numLit>
          </c:xVal>
          <c:yVal>
            <c:numLit>
              <c:formatCode>General</c:formatCode>
              <c:ptCount val="4"/>
              <c:pt idx="0">
                <c:v>4.000000</c:v>
              </c:pt>
              <c:pt idx="1">
                <c:v>3.000000</c:v>
              </c:pt>
              <c:pt idx="2">
                <c:v>6.000000</c:v>
              </c:pt>
              <c:pt idx="3">
                <c:v>5.000000</c:v>
              </c:pt>
            </c:numLit>
          </c:yVal>
          <c:bubbleSize>
            <c:numLit>
              <c:formatCode>General</c:formatCode>
              <c:ptCount val="4"/>
              <c:pt idx="0">
                <c:v>15.000000</c:v>
              </c:pt>
              <c:pt idx="1">
                <c:v>25.000000</c:v>
              </c:pt>
              <c:pt idx="2">
                <c:v>20.000000</c:v>
              </c:pt>
              <c:pt idx="3">
                <c:v>35.000000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Bubble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2 Smoke</dc:title>
  <dc:creator>goppt</dc:creator>
  <cp:lastModifiedBy>goppt</cp:lastModifiedBy>
  <cp:revision>1</cp:revision>
  <dcterms:created xsi:type="dcterms:W3CDTF">2026-02-07T03:26:49Z</dcterms:created>
  <dcterms:modified xsi:type="dcterms:W3CDTF">2026-02-07T03:26:49Z</dcterms:modified>
</cp:coreProperties>
</file>