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r>
              <a:rPr lang="en-US"/>
              <a:t>Bubble</a:t>
            </a:r>
          </a:p>
        </c:rich>
      </c:tx>
      <c:overlay val="0"/>
    </c:title>
    <c:autoTitleDeleted val="0"/>
    <c:plotArea>
      <c:layout/>
      <c:bubbleChart>
        <c:varyColors val="0"/>
        <c:bubbleScale val="110"/>
        <c:ser>
          <c:idx val="0"/>
          <c:order val="0"/>
          <c:tx>
            <c:v>Series 1</c:v>
          </c:tx>
          <c:spPr>
            <a:solidFill>
              <a:srgbClr val="4F81BD"/>
            </a:solidFill>
          </c:spPr>
          <c:xVal>
            <c:numLit>
              <c:formatCode>General</c:formatCode>
              <c:ptCount val="4"/>
              <c:pt idx="0">
                <c:v>1.000000</c:v>
              </c:pt>
              <c:pt idx="1">
                <c:v>2.000000</c:v>
              </c:pt>
              <c:pt idx="2">
                <c:v>3.000000</c:v>
              </c:pt>
              <c:pt idx="3">
                <c:v>4.000000</c:v>
              </c:pt>
            </c:numLit>
          </c:xVal>
          <c:yVal>
            <c:numLit>
              <c:formatCode>General</c:formatCode>
              <c:ptCount val="4"/>
              <c:pt idx="0">
                <c:v>4.000000</c:v>
              </c:pt>
              <c:pt idx="1">
                <c:v>3.000000</c:v>
              </c:pt>
              <c:pt idx="2">
                <c:v>6.000000</c:v>
              </c:pt>
              <c:pt idx="3">
                <c:v>5.000000</c:v>
              </c:pt>
            </c:numLit>
          </c:yVal>
          <c:bubbleSize>
            <c:numLit>
              <c:formatCode>General</c:formatCode>
              <c:ptCount val="4"/>
              <c:pt idx="0">
                <c:v>15.000000</c:v>
              </c:pt>
              <c:pt idx="1">
                <c:v>25.000000</c:v>
              </c:pt>
              <c:pt idx="2">
                <c:v>20.000000</c:v>
              </c:pt>
              <c:pt idx="3">
                <c:v>35.000000</c:v>
              </c:pt>
            </c:numLit>
          </c:bubbleSize>
        </c:ser>
        <c:axId val="48650112"/>
        <c:axId val="48672768"/>
      </c:bubbleChart>
      <c:valAx>
        <c:axId val="48650112"/>
        <c:scaling>
          <c:orientation val="minMax"/>
        </c:scaling>
        <c:delete val="0"/>
        <c:axPos val="b"/>
        <c:numFmt formatCode="General" sourceLinked="1"/>
        <c:tickLblPos val="nextTo"/>
        <c:crossAx val="48672768"/>
        <c:crosses val="autoZero"/>
      </c:valAx>
      <c:valAx>
        <c:axId val="48672768"/>
        <c:scaling>
          <c:orientation val="minMax"/>
        </c:scaling>
        <c:delete val="0"/>
        <c:axPos val="l"/>
        <c:numFmt formatCode="General" sourceLinked="1"/>
        <c:majorGridlines/>
        <c:tickLblPos val="nextTo"/>
        <c:crossAx val="48650112"/>
        <c:crosses val="autoZero"/>
        <c:crossBetween val="between"/>
      </c:valAx>
    </c:plotArea>
    <c:legend>
      <c:legendPos val="r"/>
      <c:overlay val="0"/>
    </c:legend>
    <c:plotVisOnly val="1"/>
  </c:chart>
</c:chartSpace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chart" Target="../charts/char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Bubble</a:t>
            </a:r>
          </a:p>
        </p:txBody>
      </p:sp>
      <p:graphicFrame>
        <p:nvGraphicFramePr>
          <p:cNvPr id="3" name="Chart 3"/>
          <p:cNvGraphicFramePr/>
          <p:nvPr/>
        </p:nvGraphicFramePr>
        <p:xfrm>
          <a:off x="685800" y="180000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Family 2 Smoke</dc:title>
  <dc:subject/>
  <dc:creator>gopptx</dc:creator>
  <cp:lastModifiedBy>gopptx</cp:lastModifiedBy>
  <dc:description/>
  <cp:revision>1</cp:revision>
  <dcterms:created xsi:type="dcterms:W3CDTF">2026-02-11T17:39:22Z</dcterms:created>
  <dcterms:modified xsi:type="dcterms:W3CDTF">2026-02-11T17:39:22Z</dcterms:modified>
</cp:coreProperties>
</file>