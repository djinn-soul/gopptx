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Read/Modify Existing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Open existing PPTX files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Modify slide content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Add/remove slides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Save changes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19: Read/Modify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