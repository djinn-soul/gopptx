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Read/Modify Existing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Open existing PPTX files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Modify slide content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Add/remove slides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Save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19: Read/Modify</dc:title>
  <dc:subject/>
  <dc:creator>gopptx</dc:creator>
  <cp:lastModifiedBy>gopptx</cp:lastModifiedBy>
  <dc:description/>
  <cp:revision>1</cp:revision>
  <dcterms:created xsi:type="dcterms:W3CDTF">2026-02-12T18:07:29Z</dcterms:created>
  <dcterms:modified xsi:type="dcterms:W3CDTF">2026-02-12T18:07:29Z</dcterms:modified>
</cp:coreProperties>
</file>