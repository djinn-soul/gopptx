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Markdown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Bullet point</a:t>
            </a:r>
          </a:p>
          <a:p>
            <a:pPr lvl="0" marL="457200" indent="-457200">
              <a:buChar char="•"/>
            </a:pPr>
            <a:r>
              <a:rPr lang="en-US" sz="1800" b="1" i="0" u="none" dirty="0"/>
              <a:t>Bold</a:t>
            </a:r>
            <a:r>
              <a:rPr lang="en-US" sz="1800" b="0" i="0" u="none" dirty="0"/>
              <a:t> and </a:t>
            </a:r>
            <a:r>
              <a:rPr lang="en-US" sz="1800" b="0" i="1" u="none" dirty="0"/>
              <a:t>italic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Another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Ordered list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03: Markdown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