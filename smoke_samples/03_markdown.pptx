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Markdown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Bullet point</a:t>
            </a:r>
          </a:p>
          <a:p>
            <a:pPr lvl="0" marL="457200" indent="-457200">
              <a:buChar char="•"/>
            </a:pPr>
            <a:r>
              <a:rPr lang="en-US" sz="1800" b="1" i="0" u="none" dirty="0"/>
              <a:t>Bold</a:t>
            </a:r>
            <a:r>
              <a:rPr lang="en-US" sz="1800" b="0" i="0" u="none" dirty="0"/>
              <a:t> and </a:t>
            </a:r>
            <a:r>
              <a:rPr lang="en-US" sz="1800" b="0" i="1" u="none" dirty="0"/>
              <a:t>italic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Another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AutoNum type="arabicPeriod"/>
            </a:pPr>
            <a:r>
              <a:rPr lang="en-US" sz="1800" b="0" i="0" u="none" dirty="0"/>
              <a:t>Ordered list</a:t>
            </a:r>
          </a:p>
          <a:p>
            <a:pPr lvl="0" marL="457200" indent="-457200">
              <a:buAutoNum type="arabicPeriod"/>
            </a:pPr>
            <a:r>
              <a:rPr lang="en-US" sz="1800" b="0" i="0" u="none" dirty="0"/>
              <a:t>item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03: Markdown</dc:title>
  <dc:subject/>
  <dc:creator>gopptx</dc:creator>
  <cp:lastModifiedBy>gopptx</cp:lastModifiedBy>
  <dc:description/>
  <cp:revision>1</cp:revision>
  <dcterms:created xsi:type="dcterms:W3CDTF">2026-02-12T18:44:24Z</dcterms:created>
  <dcterms:modified xsi:type="dcterms:W3CDTF">2026-02-12T18:44:24Z</dcterms:modified>
</cp:coreProperties>
</file>