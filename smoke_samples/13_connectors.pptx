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828800"/>
            <a:ext cx="13716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3716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1828800" y="2400000"/>
            <a:ext cx="18288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