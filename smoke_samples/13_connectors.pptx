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Connectors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2000000"/>
            <a:ext cx="1500000" cy="800000"/>
          </a:xfrm>
          <a:prstGeom prst="rect">
            <a:avLst/>
          </a:prstGeom>
          <a:solidFill>
            <a:srgbClr val="3366CC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1500000" cy="800000"/>
          </a:xfrm>
          <a:prstGeom prst="rect">
            <a:avLst/>
          </a:prstGeom>
          <a:solidFill>
            <a:srgbClr val="CC6633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5" name="Connector 5"/>
          <p:cNvCxnSpPr>
</p:cNvCxnSpPr>
          <p:nvPr/>
        </p:nvCxnSpPr>
        <p:spPr>
          <a:xfrm>
            <a:off x="2000000" y="2400000"/>
            <a:ext cx="2000000" cy="0"/>
          </a:xfrm>
          <a:prstGeom prst="straightConnector1">
            <a:avLst/>
          </a:prstGeom>
          <a:ln w="12700">
            <a:solidFill>
              <a:srgbClr val="333333"/>
            </a:solidFill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13: Connectors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