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Connectors</a:t>
            </a:r>
          </a:p>
        </p:txBody>
      </p:sp>
      <p:sp>
        <p:nvSpPr>
          <p:cNvPr id="3" name="Shape 3"/>
          <p:cNvSpPr/>
          <p:nvPr/>
        </p:nvSpPr>
        <p:spPr>
          <a:xfrm>
            <a:off x="500000" y="2000000"/>
            <a:ext cx="1500000" cy="800000"/>
          </a:xfrm>
          <a:prstGeom prst="rect">
            <a:avLst/>
          </a:prstGeom>
          <a:solidFill>
            <a:srgbClr val="3366CC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4" name="Shape 4"/>
          <p:cNvSpPr/>
          <p:nvPr/>
        </p:nvSpPr>
        <p:spPr>
          <a:xfrm>
            <a:off x="4000000" y="2000000"/>
            <a:ext cx="1500000" cy="800000"/>
          </a:xfrm>
          <a:prstGeom prst="rect">
            <a:avLst/>
          </a:prstGeom>
          <a:solidFill>
            <a:srgbClr val="CC6633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000000"/>
                </a:solidFill>
              </a:rPr>
              <a:t>End</a:t>
            </a:r>
          </a:p>
        </p:txBody>
      </p:sp>
      <p:cxnSp>
        <p:nvCxnSpPr>
          <p:cNvPr id="5" name="Connector 5"/>
          <p:cNvCxnSpPr>
</p:cNvCxnSpPr>
          <p:nvPr/>
        </p:nvCxnSpPr>
        <p:spPr>
          <a:xfrm>
            <a:off x="2000000" y="2400000"/>
            <a:ext cx="2000000" cy="0"/>
          </a:xfrm>
          <a:prstGeom prst="straightConnector1">
            <a:avLst/>
          </a:prstGeom>
          <a:ln w="12700">
            <a:solidFill>
              <a:srgbClr val="333333"/>
            </a:solidFill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13: Connectors</dc:title>
  <dc:subject/>
  <dc:creator>gopptx</dc:creator>
  <cp:lastModifiedBy>gopptx</cp:lastModifiedBy>
  <dc:description/>
  <cp:revision>1</cp:revision>
  <dcterms:created xsi:type="dcterms:W3CDTF">2026-02-11T17:42:29Z</dcterms:created>
  <dcterms:modified xsi:type="dcterms:W3CDTF">2026-02-11T17:42:29Z</dcterms:modified>
</cp:coreProperties>
</file>