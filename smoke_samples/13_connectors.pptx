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2000000"/>
            <a:ext cx="15000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15000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2000000" y="2400000"/>
            <a:ext cx="20000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