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One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first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Two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second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Merge Target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