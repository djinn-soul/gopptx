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Presentation One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Slide from the first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Presentation Two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Slide from the second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Merge Target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