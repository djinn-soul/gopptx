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solidFill>
          <a:srgbClr val="FF9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Solid Background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EE00"/>
            </a:gs>
            <a:gs pos="100000">
              <a:srgbClr val="FF00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Gradient Background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55: Slide Backgrounds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