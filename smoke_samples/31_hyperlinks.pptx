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" TargetMode="External"/><Relationship Id="rId3" Type="http://schemas.openxmlformats.org/officeDocument/2006/relationships/hyperlink" Target="https://example.com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Hyperlinks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u="none" dirty="0"/>
              <a:t>Shape with URL hyperlink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Tooltip on hover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Text hyperlink: </a:t>
            </a:r>
            <a:r>
              <a:rPr lang="en-US" sz="2800" b="0" i="0" u="sng" dirty="0">
                <a:hlinkClick r:id="rId3" highlightClick="1"/>
                <a:solidFill>
                  <a:srgbClr val="0000FF"/>
                </a:solidFill>
              </a:rPr>
              <a:t>Click here to visit example.com</a:t>
            </a:r>
          </a:p>
        </p:txBody>
      </p:sp>
      <p:sp>
        <p:nvSpPr>
          <p:cNvPr id="4" name="Shape 4">
            <a:hlinkClick r:id="rId2" tooltip="Open website" highlightClick="1"/>
          </p:cNvPr>
          <p:cNvSpPr/>
          <p:nvPr/>
        </p:nvSpPr>
        <p:spPr>
          <a:xfrm>
            <a:off x="1000000" y="2000000"/>
            <a:ext cx="3000000" cy="800000"/>
          </a:xfrm>
          <a:prstGeom prst="roundRect">
            <a:avLst/>
          </a:prstGeom>
          <a:solidFill>
            <a:srgbClr val="0066CC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0" i="0" u="none" dirty="0">
                <a:solidFill>
                  <a:srgbClr val="FFFFFF"/>
                </a:solidFill>
                <a:hlinkClick r:id="rId2" tooltip="Open website" highlightClick="1"/>
              </a:rPr>
              <a:t>Click to visit 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31: Hyperlinks</dc:title>
  <dc:subject/>
  <dc:creator>gopptx</dc:creator>
  <cp:lastModifiedBy>gopptx</cp:lastModifiedBy>
  <dc:description/>
  <cp:revision>1</cp:revision>
  <dcterms:created xsi:type="dcterms:W3CDTF">2026-02-10T11:38:03Z</dcterms:created>
  <dcterms:modified xsi:type="dcterms:W3CDTF">2026-02-10T11:38:03Z</dcterms:modified>
</cp:coreProperties>
</file>