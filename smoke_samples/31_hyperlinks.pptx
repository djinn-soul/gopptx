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Text hyperlink: </a:t>
            </a:r>
            <a:r>
              <a:rPr lang="en-US" sz="1800" b="0" i="0" u="sng" dirty="0">
                <a:hlinkClick r:id="rId2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914400" y="1828800"/>
            <a:ext cx="27432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