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solidFill>
          <a:srgbClr val="D9E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r"/>
            <a:r>
              <a:rPr lang="en-US" sz="4400" b="0" i="0" u="none" dirty="0">
                <a:latin typeface="Consolas"/>
                <a:ea typeface="Consolas"/>
                <a:cs typeface="Consolas"/>
              </a:rPr>
              <a:t>Styled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lvl="0" marL="457200" indent="-457200">
              <a:buChar char="•"/>
            </a:pPr>
            <a:r>
              <a:rPr lang="en-US" sz="1800" b="0" i="0" u="none" dirty="0"/>
              <a:t>Background: D9E1F2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Title: Right-aligned, Consolas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Content: Middle-aligned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Slide numbers: Enabled</a:t>
            </a:r>
          </a:p>
        </p:txBody>
      </p:sp>
    </p:spTree>
  </p:cSld>
  <p:clrMapOvr>
    <a:masterClrMapping/>
  </p:clrMapOvr>
  <p:sp>
    <p:nvSpPr>
      <p:cNvPr id="4" name="Slide Number Placeholder"/>
      <p:cNvSpPr>
        <a:spLocks noGrp="1"/>
      </p:cNvSpPr>
      <p:nvPr>
        <p:ph type="sldNum" sz="quarter" idx="12"/>
      </p:nvPr>
    </p:nvSpPr>
    <p:spPr>
      <a:xfrm>
        <a:off x="8138160" y="6187440"/>
        <a:ext cx="548640" cy="396240"/>
      </a:xfrm>
      <a:prstGeom prst="rect">
        <a:avLst/>
      </a:prstGeom>
      <a:noFill/>
    </p:spPr>
    <p:txBody>
      <a:bodyPr wrap="square" rtlCol="0" anchor="ctr"/>
      <a:lstStyle/>
      <a:p>
        <a:pPr algn="r"/>
        <a:fld type="slnum" id="{282E2E67-0C23-4552-87C9-2C764654F79F}">
          <a:pPr algn="r"/>
          <a:rPr lang="en-US" smtClean="0"/>
          <a:t>‹#›</a:t>
        </a:fld>
        <a:endParaRPr lang="en-US" smtClean="0"/>
      </a:p>
    </p:txBody>
  </p:sp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53: Slide Properties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