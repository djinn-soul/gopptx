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7.000000</c:v>
              </c:pt>
              <c:pt idx="1">
                <c:v>8.000000</c:v>
              </c:pt>
              <c:pt idx="2">
                <c:v>5.000000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RadarFilled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6.000000</c:v>
              </c:pt>
              <c:pt idx="1">
                <c:v>9.000000</c:v>
              </c:pt>
              <c:pt idx="2">
                <c:v>4.000000</c:v>
              </c:pt>
              <c:pt idx="3">
                <c:v>7.000000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 Filled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3 Smoke</dc:title>
  <dc:creator>goppt</dc:creator>
  <cp:lastModifiedBy>goppt</cp:lastModifiedBy>
  <cp:revision>1</cp:revision>
  <dcterms:created xsi:type="dcterms:W3CDTF">2026-02-08T06:02:52Z</dcterms:created>
  <dcterms:modified xsi:type="dcterms:W3CDTF">2026-02-08T06:02:52Z</dcterms:modified>
</cp:coreProperties>
</file>