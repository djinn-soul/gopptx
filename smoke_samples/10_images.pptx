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Default Extension="png" ContentType="image/png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Images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u="none" dirty="0"/>
              <a:t>Image embedding supported</a:t>
            </a:r>
          </a:p>
          <a:p>
            <a:pPr lvl="0" marL="457200" indent="-457200">
              <a:buChar char="•"/>
            </a:pPr>
            <a:r>
              <a:rPr lang="en-US" sz="2800" b="0" i="0" u="none" dirty="0"/>
              <a:t>PNG, JPEG, GIF formats</a:t>
            </a:r>
          </a:p>
          <a:p>
            <a:pPr lvl="0" marL="457200" indent="-457200">
              <a:buChar char="•"/>
            </a:pPr>
            <a:r>
              <a:rPr lang="en-US" sz="2800" b="0" i="0" u="none" dirty="0"/>
              <a:t>Position and size control</a:t>
            </a:r>
          </a:p>
        </p:txBody>
      </p:sp>
      <p:pic>
        <p:nvPicPr>
          <p:cNvPr id="4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914400"/>
            <a:ext cx="36576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10: Images</dc:title>
  <dc:subject/>
  <dc:creator>gopptx</dc:creator>
  <cp:lastModifiedBy>gopptx</cp:lastModifiedBy>
  <dc:description/>
  <cp:revision>1</cp:revision>
  <dcterms:created xsi:type="dcterms:W3CDTF">2026-02-10T11:38:03Z</dcterms:created>
  <dcterms:modified xsi:type="dcterms:W3CDTF">2026-02-10T11:38:03Z</dcterms:modified>
</cp:coreProperties>
</file>