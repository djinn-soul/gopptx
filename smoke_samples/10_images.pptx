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Images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Image embedding supported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PNG, JPEG, GIF formats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Position and size control</a:t>
            </a:r>
          </a:p>
        </p:txBody>
      </p:sp>
      <p:pic>
        <p:nvPicPr>
          <p:cNvPr id="4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914400"/>
            <a:ext cx="36576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10: Images</dc:title>
  <dc:creator>goppt</dc:creator>
  <cp:lastModifiedBy>goppt</cp:lastModifiedBy>
  <cp:revision>1</cp:revision>
  <dcterms:created xsi:type="dcterms:W3CDTF">2026-02-08T09:14:52Z</dcterms:created>
  <dcterms:modified xsi:type="dcterms:W3CDTF">2026-02-08T09:14:52Z</dcterms:modified>
</cp:coreProperties>
</file>