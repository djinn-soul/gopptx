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Images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Image embedding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PNG, JPEG, GIF formats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Position and size control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10: Images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