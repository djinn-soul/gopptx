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Hundredths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GoPPTX Prelude Helpers Showcase</dc:title>
  <dc:subject/>
  <dc:creator>GoPPTX Agent</dc:creator>
  <cp:lastModifiedBy>GoPPTX Agent</cp:lastModifiedBy>
  <dc:description/>
  <cp:revision>1</cp:revision>
  <dcterms:created xsi:type="dcterms:W3CDTF">2026-02-12T16:36:05Z</dcterms:created>
  <dcterms:modified xsi:type="dcterms:W3CDTF">2026-02-12T16:36:05Z</dcterms:modified>
</cp:coreProperties>
</file>