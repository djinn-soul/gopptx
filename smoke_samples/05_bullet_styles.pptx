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Bullet Styles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Default bullet style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Another bullet point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Third bullet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Numbered Bullets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AutoNum type="arabicPeriod"/>
            </a:pPr>
            <a:r>
              <a:rPr lang="en-US" sz="1800" b="0" i="0" u="none" dirty="0"/>
              <a:t>First item</a:t>
            </a:r>
          </a:p>
          <a:p>
            <a:pPr lvl="0" marL="457200" indent="-457200">
              <a:buAutoNum type="arabicPeriod"/>
            </a:pPr>
            <a:r>
              <a:rPr lang="en-US" sz="1800" b="0" i="0" u="none" dirty="0"/>
              <a:t>Second item</a:t>
            </a:r>
          </a:p>
          <a:p>
            <a:pPr lvl="0" marL="457200" indent="-457200">
              <a:buAutoNum type="arabicPeriod"/>
            </a:pPr>
            <a:r>
              <a:rPr lang="en-US" sz="1800" b="0" i="0" u="none" dirty="0"/>
              <a:t>Third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05: Bullet Styles</dc:title>
  <dc:subject/>
  <dc:creator>gopptx</dc:creator>
  <cp:lastModifiedBy>gopptx</cp:lastModifiedBy>
  <dc:description/>
  <cp:revision>1</cp:revision>
  <dcterms:created xsi:type="dcterms:W3CDTF">2026-02-12T02:17:09Z</dcterms:created>
  <dcterms:modified xsi:type="dcterms:W3CDTF">2026-02-12T02:17:09Z</dcterms:modified>
</cp:coreProperties>
</file>