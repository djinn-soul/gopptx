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Bullet Styles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Default bullet style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Another bullet point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Third bullet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Numbered Bullets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First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Second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Third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05: Bullet Styles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