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Bullet Styles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Default bullet style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Another bullet point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Third bullet point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Numbered Bullets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First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Second item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Third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05: Bullet Styles</dc:title>
  <dc:subject/>
  <dc:creator>gopptx</dc:creator>
  <cp:lastModifiedBy>gopptx</cp:lastModifiedBy>
  <dc:description/>
  <cp:revision>1</cp:revision>
  <dcterms:created xsi:type="dcterms:W3CDTF">2026-02-11T17:42:29Z</dcterms:created>
  <dcterms:modified xsi:type="dcterms:W3CDTF">2026-02-11T17:42:29Z</dcterms:modified>
</cp:coreProperties>
</file>