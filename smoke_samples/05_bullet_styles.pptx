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u="none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2800" b="0" i="0" u="none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2800" b="0" i="0" u="none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