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Bullet Styles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Default bullet style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Another bullet point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Third bullet point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Numbered Bullets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800" b="0" i="0" dirty="0"/>
              <a:t>First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Second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Third item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2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05: Bullet Styles</dc:title>
  <dc:creator>goppt</dc:creator>
  <cp:lastModifiedBy>goppt</cp:lastModifiedBy>
  <cp:revision>1</cp:revision>
  <dcterms:created xsi:type="dcterms:W3CDTF">2026-02-08T09:33:02Z</dcterms:created>
  <dcterms:modified xsi:type="dcterms:W3CDTF">2026-02-08T09:33:02Z</dcterms:modified>
</cp:coreProperties>
</file>