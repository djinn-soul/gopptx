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Basic PPTX Generation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Simple slide creation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Title and bullet points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Task 01 complete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01: Basic PPTX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