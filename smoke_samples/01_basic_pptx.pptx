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Basic PPTX Generation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Simple slide creation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Title and bullet points</a:t>
            </a:r>
          </a:p>
          <a:p>
            <a:pPr lvl="0" marL="457200" indent="-457200">
              <a:buChar char="•"/>
            </a:pPr>
            <a:r>
              <a:rPr lang="en-US" sz="1800" b="0" i="0" u="none" dirty="0"/>
              <a:t>Task 01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01: Basic PPTX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