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5"/>
    <p:sldId id="257" r:id="rId3"/>
    <p:sldId id="258" r:id="rId4"/>
    <p:sldId id="261" r:id="rId7"/>
    <p:sldId id="260" r:id="rId6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Original Slide A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This slide will be duplicated.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Original Slide B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This slide will stay as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Original Slide C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This slide will be moved to the beginning.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Original Slide A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This slide will be duplicated.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Original Slide B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This slide will stay as 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Duplication Base</dc:title>
  <dc:subject/>
  <dc:creator>gopptx</dc:creator>
  <cp:lastModifiedBy>gopptx</cp:lastModifiedBy>
  <dc:description/>
  <cp:revision>1</cp:revision>
  <dcterms:created xsi:type="dcterms:W3CDTF">2026-02-12T11:27:57Z</dcterms:created>
  <dcterms:modified xsi:type="dcterms:W3CDTF">2026-02-12T11:27:57Z</dcterms:modified>
</cp:coreProperties>
</file>