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Quarterly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200.000000</c:v>
              </c:pt>
              <c:pt idx="2">
                <c:v>150.000000</c:v>
              </c:pt>
              <c:pt idx="3">
                <c:v>300.000000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Monthly Trends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4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15.000000</c:v>
              </c:pt>
              <c:pt idx="2">
                <c:v>13.000000</c:v>
              </c:pt>
              <c:pt idx="3">
                <c:v>17.000000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Regional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Series 1</c:v>
          </c:tx>
          <c:cat>
            <c:strLit>
              <c:ptCount val="4"/>
              <c:pt idx="0">
                <c:v>East</c:v>
              </c:pt>
              <c:pt idx="1">
                <c:v>West</c:v>
              </c:pt>
              <c:pt idx="2">
                <c:v>North</c:v>
              </c:pt>
              <c:pt idx="3">
                <c:v>South</c:v>
              </c:pt>
            </c:strLit>
          </c:cat>
          <c:val>
            <c:numLit>
              <c:formatCode>General</c:formatCode>
              <c:ptCount val="4"/>
              <c:pt idx="0">
                <c:v>40.000000</c:v>
              </c:pt>
              <c:pt idx="1">
                <c:v>35.000000</c:v>
              </c:pt>
              <c:pt idx="2">
                <c:v>15.000000</c:v>
              </c:pt>
              <c:pt idx="3">
                <c:v>10.000000</c:v>
              </c:pt>
            </c:numLit>
          </c:val>
        </c:ser>
      </c:pieChart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Product Mix</a:t>
            </a:r>
          </a:p>
        </c:rich>
      </c:tx>
      <c:overlay val="0"/>
    </c:title>
    <c:autoTitleDeleted val="0"/>
    <c:plotArea>
      <c:layout/>
      <c:doughnutChart>
        <c:varyColors val="1"/>
        <c:holeSize val="50"/>
        <c:ser>
          <c:idx val="0"/>
          <c:order val="0"/>
          <c:tx>
            <c:v>Series 1</c:v>
          </c:tx>
          <c:cat>
            <c:strLit>
              <c:ptCount val="3"/>
              <c:pt idx="0">
                <c:v>Product A</c:v>
              </c:pt>
              <c:pt idx="1">
                <c:v>Product B</c:v>
              </c:pt>
              <c:pt idx="2">
                <c:v>Product C</c:v>
              </c:pt>
            </c:strLit>
          </c:cat>
          <c:val>
            <c:numLit>
              <c:formatCode>General</c:formatCode>
              <c:ptCount val="3"/>
              <c:pt idx="0">
                <c:v>50.000000</c:v>
              </c:pt>
              <c:pt idx="1">
                <c:v>30.000000</c:v>
              </c:pt>
              <c:pt idx="2">
                <c:v>20.000000</c:v>
              </c:pt>
            </c:numLit>
          </c:val>
        </c:ser>
      </c:doughnutChart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Scatter Plot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5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  <c:pt idx="4">
                <c:v>5.000000</c:v>
              </c:pt>
            </c:numLit>
          </c:xVal>
          <c:yVal>
            <c:numLit>
              <c:formatCode>General</c:formatCode>
              <c:ptCount val="5"/>
              <c:pt idx="0">
                <c:v>10.000000</c:v>
              </c:pt>
              <c:pt idx="1">
                <c:v>25.000000</c:v>
              </c:pt>
              <c:pt idx="2">
                <c:v>30.000000</c:v>
              </c:pt>
              <c:pt idx="3">
                <c:v>45.000000</c:v>
              </c:pt>
              <c:pt idx="4">
                <c:v>60.000000</c:v>
              </c:pt>
            </c:numLit>
          </c:yVal>
        </c:ser>
        <c:axId val="48650112"/>
        <c:axId val="48672768"/>
      </c:scatter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Revenue Growth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500.000000</c:v>
              </c:pt>
              <c:pt idx="1">
                <c:v>700.000000</c:v>
              </c:pt>
              <c:pt idx="2">
                <c:v>1200.000000</c:v>
              </c:pt>
              <c:pt idx="3">
                <c:v>1500.000000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8.000000</c:v>
              </c:pt>
              <c:pt idx="1">
                <c:v>9.000000</c:v>
              </c:pt>
              <c:pt idx="2">
                <c:v>7.000000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 (Filled)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5.000000</c:v>
              </c:pt>
              <c:pt idx="1">
                <c:v>6.000000</c:v>
              </c:pt>
              <c:pt idx="2">
                <c:v>8.000000</c:v>
              </c:pt>
              <c:pt idx="3">
                <c:v>9.000000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 Chart</a:t>
            </a:r>
          </a:p>
        </c:rich>
      </c:tx>
      <c:overlay val="0"/>
    </c:title>
    <c:autoTitleDeleted val="0"/>
    <c:plotArea>
      <c:layout/>
      <c:bubbleChart>
        <c:varyColors val="0"/>
        <c:bubbleScale val="10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10.000000</c:v>
              </c:pt>
              <c:pt idx="1">
                <c:v>20.000000</c:v>
              </c:pt>
              <c:pt idx="2">
                <c:v>30.000000</c:v>
              </c:pt>
              <c:pt idx="3">
                <c:v>40.000000</c:v>
              </c:pt>
            </c:numLit>
          </c:xVal>
          <c:yVal>
            <c:numLit>
              <c:formatCode>General</c:formatCode>
              <c:ptCount val="4"/>
              <c:pt idx="0">
                <c:v>5.000000</c:v>
              </c:pt>
              <c:pt idx="1">
                <c:v>10.000000</c:v>
              </c:pt>
              <c:pt idx="2">
                <c:v>15.000000</c:v>
              </c:pt>
              <c:pt idx="3">
                <c:v>20.000000</c:v>
              </c:pt>
            </c:numLit>
          </c:yVal>
          <c:bubbleSize>
            <c:numLit>
              <c:formatCode>General</c:formatCode>
              <c:ptCount val="4"/>
              <c:pt idx="0">
                <c:v>2.000000</c:v>
              </c:pt>
              <c:pt idx="1">
                <c:v>4.000000</c:v>
              </c:pt>
              <c:pt idx="2">
                <c:v>6.000000</c:v>
              </c:pt>
              <c:pt idx="3">
                <c:v>8.000000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92.000000</c:v>
              </c:pt>
              <c:pt idx="1">
                <c:v>98.000000</c:v>
              </c:pt>
              <c:pt idx="2">
                <c:v>100.000000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Company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150.000000</c:v>
              </c:pt>
              <c:pt idx="2">
                <c:v>200.000000</c:v>
              </c:pt>
              <c:pt idx="3">
                <c:v>250.000000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Growth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50.000000</c:v>
              </c:pt>
              <c:pt idx="2">
                <c:v>33.000000</c:v>
              </c:pt>
              <c:pt idx="3">
                <c:v>25.000000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Pie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Doughnut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Scatter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Chart (Filled)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Bubble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OHLC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Combo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09: Charts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