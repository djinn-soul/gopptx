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Advanced Image Sources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Bytes, Base64, and URL sources supported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Rotation, Flip, and Crop effects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00000" flipH="1">
            <a:off x="500000" y="2000000"/>
            <a:ext cx="2000000" cy="2000000"/>
          </a:xfrm>
          <a:prstGeom prst="rect">
            <a:avLst/>
          </a:prstGeom>
        </p:spPr>
      </p:pic>
      <p:pic>
        <p:nvPicPr>
          <p:cNvPr id="5" name="Picture 2"/>
          <p:cNvPicPr>
            <a:picLocks noChangeAspect="1"/>
          </p:cNvPicPr>
          <p:nvPr/>
        </p:nvPicPr>
        <p:blipFill>
          <a:blip r:embed="rId3"/>
          <a:srcRect l="10000" t="10000" r="10000" b="10000"/>
          <a:stretch>
            <a:fillRect/>
          </a:stretch>
        </p:blipFill>
        <p:spPr>
          <a:xfrm>
            <a:off x="3000000" y="2000000"/>
            <a:ext cx="2000000" cy="2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11: Advanced Images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