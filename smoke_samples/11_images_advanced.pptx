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1828800"/>
            <a:ext cx="1828800" cy="18288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2743200" y="18288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