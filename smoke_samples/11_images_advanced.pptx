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Default Extension="png" ContentType="image/png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1.png"/>
<Relationship Id="rId3" Type="http://schemas.openxmlformats.org/officeDocument/2006/relationships/image" Target="../media/image1.png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Advanced Image Sources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29600" cy="4572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lvl="0" marL="457200" indent="-457200">
              <a:buChar char="•"/>
            </a:pPr>
            <a:r>
              <a:rPr lang="en-US" sz="1800" b="0" i="0" u="none" dirty="0"/>
              <a:t>Bytes, Base64, and URL sources supported</a:t>
            </a:r>
          </a:p>
          <a:p>
            <a:pPr lvl="0" marL="457200" indent="-457200">
              <a:buChar char="•"/>
            </a:pPr>
            <a:r>
              <a:rPr lang="en-US" sz="1800" b="0" i="0" u="none" dirty="0"/>
              <a:t>Rotation, Flip, and Crop effects</a:t>
            </a:r>
          </a:p>
        </p:txBody>
      </p:sp>
      <p:pic>
        <p:nvPicPr>
          <p:cNvPr id="4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900000" flipH="1">
            <a:off x="500000" y="2000000"/>
            <a:ext cx="2000000" cy="2000000"/>
          </a:xfrm>
          <a:prstGeom prst="rect">
            <a:avLst/>
          </a:prstGeom>
        </p:spPr>
      </p:pic>
      <p:pic>
        <p:nvPicPr>
          <p:cNvPr id="5" name="Picture 2"/>
          <p:cNvPicPr>
            <a:picLocks noChangeAspect="1"/>
          </p:cNvPicPr>
          <p:nvPr/>
        </p:nvPicPr>
        <p:blipFill>
          <a:blip r:embed="rId3"/>
          <a:srcRect l="10000" t="10000" r="10000" b="10000"/>
          <a:stretch>
            <a:fillRect/>
          </a:stretch>
        </p:blipFill>
        <p:spPr>
          <a:xfrm>
            <a:off x="3000000" y="2000000"/>
            <a:ext cx="2000000" cy="2000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 marketing">
  <a:themeElements>
    <a:clrScheme name="Office colors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 fonts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gopptx</Application>
  <PresentationFormat>On-screen Show (4:3)</PresentationFormat>
  <Paragraphs>0</Paragraphs>
  <Slides>1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11: Advanced Images</dc:title>
  <dc:subject/>
  <dc:creator>gopptx</dc:creator>
  <cp:lastModifiedBy>gopptx</cp:lastModifiedBy>
  <dc:description/>
  <cp:revision>1</cp:revision>
  <dcterms:created xsi:type="dcterms:W3CDTF">2026-02-12T02:17:09Z</dcterms:created>
  <dcterms:modified xsi:type="dcterms:W3CDTF">2026-02-12T02:17:09Z</dcterms:modified>
</cp:coreProperties>
</file>