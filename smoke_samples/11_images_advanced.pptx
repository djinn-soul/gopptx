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Advanced Image Sources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u="none" dirty="0"/>
              <a:t>Bytes, Base64, and URL sources supported</a:t>
            </a:r>
          </a:p>
          <a:p>
            <a:pPr lvl="0" marL="457200" indent="-457200">
              <a:buChar char="•"/>
            </a:pPr>
            <a:r>
              <a:rPr lang="en-US" sz="2800" b="0" i="0" u="none" dirty="0"/>
              <a:t>Rotation, Flip, and Crop effects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 flipH="1">
            <a:off x="500000" y="2000000"/>
            <a:ext cx="2000000" cy="2000000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3"/>
          <a:srcRect l="10000" t="10000" r="10000" b="10000"/>
          <a:stretch>
            <a:fillRect/>
          </a:stretch>
        </p:blipFill>
        <p:spPr>
          <a:xfrm>
            <a:off x="3000000" y="2000000"/>
            <a:ext cx="2000000" cy="2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11: Advanced Images</dc:title>
  <dc:subject/>
  <dc:creator>gopptx</dc:creator>
  <cp:lastModifiedBy>gopptx</cp:lastModifiedBy>
  <dc:description/>
  <cp:revision>1</cp:revision>
  <dcterms:created xsi:type="dcterms:W3CDTF">2026-02-10T11:38:03Z</dcterms:created>
  <dcterms:modified xsi:type="dcterms:W3CDTF">2026-02-10T11:38:03Z</dcterms:modified>
</cp:coreProperties>
</file>