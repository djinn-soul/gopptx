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StockHLC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v>High</c:v>
          </c:tx>
          <c:cat>
            <c:strLit>
              <c:ptCount val="3"/>
              <c:pt idx="0">
                <c:v>D1</c:v>
              </c:pt>
              <c:pt idx="1">
                <c:v>D2</c:v>
              </c:pt>
              <c:pt idx="2">
                <c:v>D3</c:v>
              </c:pt>
            </c:strLit>
          </c:cat>
          <c:val>
            <c:numLit>
              <c:formatCode>General</c:formatCode>
              <c:ptCount val="3"/>
              <c:pt idx="0">
                <c:v>12.000000</c:v>
              </c:pt>
              <c:pt idx="1">
                <c:v>13.000000</c:v>
              </c:pt>
              <c:pt idx="2">
                <c:v>14.000000</c:v>
              </c:pt>
            </c:numLit>
          </c:val>
        </c:ser>
        <c:ser>
          <c:idx val="1"/>
          <c:order val="1"/>
          <c:tx>
            <c:v>Low</c:v>
          </c:tx>
          <c:cat>
            <c:strLit>
              <c:ptCount val="3"/>
              <c:pt idx="0">
                <c:v>D1</c:v>
              </c:pt>
              <c:pt idx="1">
                <c:v>D2</c:v>
              </c:pt>
              <c:pt idx="2">
                <c:v>D3</c:v>
              </c:pt>
            </c:strLit>
          </c:cat>
          <c:val>
            <c:numLit>
              <c:formatCode>General</c:formatCode>
              <c:ptCount val="3"/>
              <c:pt idx="0">
                <c:v>8.000000</c:v>
              </c:pt>
              <c:pt idx="1">
                <c:v>9.000000</c:v>
              </c:pt>
              <c:pt idx="2">
                <c:v>10.000000</c:v>
              </c:pt>
            </c:numLit>
          </c:val>
        </c:ser>
        <c:ser>
          <c:idx val="2"/>
          <c:order val="2"/>
          <c:tx>
            <c:v>Close</c:v>
          </c:tx>
          <c:cat>
            <c:strLit>
              <c:ptCount val="3"/>
              <c:pt idx="0">
                <c:v>D1</c:v>
              </c:pt>
              <c:pt idx="1">
                <c:v>D2</c:v>
              </c:pt>
              <c:pt idx="2">
                <c:v>D3</c:v>
              </c:pt>
            </c:strLit>
          </c:cat>
          <c:val>
            <c:numLit>
              <c:formatCode>General</c:formatCode>
              <c:ptCount val="3"/>
              <c:pt idx="0">
                <c:v>10.000000</c:v>
              </c:pt>
              <c:pt idx="1">
                <c:v>11.000000</c:v>
              </c:pt>
              <c:pt idx="2">
                <c:v>12.000000</c:v>
              </c:pt>
            </c:numLit>
          </c:val>
        </c:ser>
        <c:hiLowLines/>
        <c:axId val="48650112"/>
        <c:axId val="48672768"/>
      </c:stock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StockOHLC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v>Open</c:v>
          </c:tx>
          <c:cat>
            <c:strLit>
              <c:ptCount val="3"/>
              <c:pt idx="0">
                <c:v>D1</c:v>
              </c:pt>
              <c:pt idx="1">
                <c:v>D2</c:v>
              </c:pt>
              <c:pt idx="2">
                <c:v>D3</c:v>
              </c:pt>
            </c:strLit>
          </c:cat>
          <c:val>
            <c:numLit>
              <c:formatCode>General</c:formatCode>
              <c:ptCount val="3"/>
              <c:pt idx="0">
                <c:v>9.000000</c:v>
              </c:pt>
              <c:pt idx="1">
                <c:v>10.000000</c:v>
              </c:pt>
              <c:pt idx="2">
                <c:v>11.000000</c:v>
              </c:pt>
            </c:numLit>
          </c:val>
        </c:ser>
        <c:ser>
          <c:idx val="1"/>
          <c:order val="1"/>
          <c:tx>
            <c:v>High</c:v>
          </c:tx>
          <c:cat>
            <c:strLit>
              <c:ptCount val="3"/>
              <c:pt idx="0">
                <c:v>D1</c:v>
              </c:pt>
              <c:pt idx="1">
                <c:v>D2</c:v>
              </c:pt>
              <c:pt idx="2">
                <c:v>D3</c:v>
              </c:pt>
            </c:strLit>
          </c:cat>
          <c:val>
            <c:numLit>
              <c:formatCode>General</c:formatCode>
              <c:ptCount val="3"/>
              <c:pt idx="0">
                <c:v>12.000000</c:v>
              </c:pt>
              <c:pt idx="1">
                <c:v>13.000000</c:v>
              </c:pt>
              <c:pt idx="2">
                <c:v>14.000000</c:v>
              </c:pt>
            </c:numLit>
          </c:val>
        </c:ser>
        <c:ser>
          <c:idx val="2"/>
          <c:order val="2"/>
          <c:tx>
            <c:v>Low</c:v>
          </c:tx>
          <c:cat>
            <c:strLit>
              <c:ptCount val="3"/>
              <c:pt idx="0">
                <c:v>D1</c:v>
              </c:pt>
              <c:pt idx="1">
                <c:v>D2</c:v>
              </c:pt>
              <c:pt idx="2">
                <c:v>D3</c:v>
              </c:pt>
            </c:strLit>
          </c:cat>
          <c:val>
            <c:numLit>
              <c:formatCode>General</c:formatCode>
              <c:ptCount val="3"/>
              <c:pt idx="0">
                <c:v>8.000000</c:v>
              </c:pt>
              <c:pt idx="1">
                <c:v>9.000000</c:v>
              </c:pt>
              <c:pt idx="2">
                <c:v>10.000000</c:v>
              </c:pt>
            </c:numLit>
          </c:val>
        </c:ser>
        <c:ser>
          <c:idx val="3"/>
          <c:order val="3"/>
          <c:tx>
            <c:v>Close</c:v>
          </c:tx>
          <c:cat>
            <c:strLit>
              <c:ptCount val="3"/>
              <c:pt idx="0">
                <c:v>D1</c:v>
              </c:pt>
              <c:pt idx="1">
                <c:v>D2</c:v>
              </c:pt>
              <c:pt idx="2">
                <c:v>D3</c:v>
              </c:pt>
            </c:strLit>
          </c:cat>
          <c:val>
            <c:numLit>
              <c:formatCode>General</c:formatCode>
              <c:ptCount val="3"/>
              <c:pt idx="0">
                <c:v>10.000000</c:v>
              </c:pt>
              <c:pt idx="1">
                <c:v>11.000000</c:v>
              </c:pt>
              <c:pt idx="2">
                <c:v>12.000000</c:v>
              </c:pt>
            </c:numLit>
          </c:val>
        </c:ser>
        <c:hiLowLines/>
        <c:upDownBars>
          <c:gapWidth val="150"/>
          <c:upBars/>
          <c:downBars/>
        </c:upDownBars>
        <c:axId val="48650112"/>
        <c:axId val="48672768"/>
      </c:stock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Combo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v>Bar A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10.000000</c:v>
              </c:pt>
              <c:pt idx="1">
                <c:v>12.000000</c:v>
              </c:pt>
              <c:pt idx="2">
                <c:v>11.000000</c:v>
              </c:pt>
            </c:numLit>
          </c:val>
        </c:ser>
        <c:axId val="48650112"/>
        <c:axId val="48672768"/>
      </c:barChart>
      <c:lineChart>
        <c:grouping val="standard"/>
        <c:ser>
          <c:idx val="1"/>
          <c:order val="1"/>
          <c:tx>
            <c:v>Line A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9.000000</c:v>
              </c:pt>
              <c:pt idx="1">
                <c:v>13.000000</c:v>
              </c:pt>
              <c:pt idx="2">
                <c:v>12.000000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3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Stock HLC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Stock OHLC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Combo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4 Smoke</dc:title>
  <dc:subject/>
  <dc:creator>gopptx</dc:creator>
  <cp:lastModifiedBy>gopptx</cp:lastModifiedBy>
  <dc:description/>
  <cp:revision>1</cp:revision>
  <dcterms:created xsi:type="dcterms:W3CDTF">2026-02-11T17:39:22Z</dcterms:created>
  <dcterms:modified xsi:type="dcterms:W3CDTF">2026-02-11T17:39:22Z</dcterms:modified>
</cp:coreProperties>
</file>