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>
          <c:spPr/>
        </c:hiLowLine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10.000000</c:v>
              </c:pt>
              <c:pt idx="2">
                <c:v>11.000000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>
          <c:spPr/>
        </c:hiLowLines>
        <c:upDownBars>
          <c:gapWidth val="150"/>
          <c:upBars>
            <c:spPr/>
          </c:upBars>
          <c:downBars>
            <c:spPr/>
          </c:downBars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Bar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12.000000</c:v>
              </c:pt>
              <c:pt idx="2">
                <c:v>11.000000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Line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13.000000</c:v>
              </c:pt>
              <c:pt idx="2">
                <c:v>12.000000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OHLC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Combo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4 Smoke</dc:title>
  <dc:creator>goppt</dc:creator>
  <cp:lastModifiedBy>goppt</cp:lastModifiedBy>
  <cp:revision>1</cp:revision>
  <dcterms:created xsi:type="dcterms:W3CDTF">2026-02-07T03:26:49Z</dcterms:created>
  <dcterms:modified xsi:type="dcterms:W3CDTF">2026-02-07T03:26:49Z</dcterms:modified>
</cp:coreProperties>
</file>