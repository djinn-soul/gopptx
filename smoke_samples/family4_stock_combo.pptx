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Relationship Id="rId5" Type="http://schemas.openxmlformats.org/officeDocument/2006/relationships/slide" Target="slides/slide3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StockHLC</a:t>
            </a:r>
          </a:p>
        </c:rich>
      </c:tx>
      <c:overlay val="0"/>
    </c:title>
    <c:autoTitleDeleted val="0"/>
    <c:plotArea>
      <c:layout/>
      <c:stockChart>
        <c:ser>
          <c:idx val="0"/>
          <c:order val="0"/>
          <c:tx>
            <c:v>High</c:v>
          </c:tx>
          <c:cat>
            <c:strLit>
              <c:ptCount val="3"/>
              <c:pt idx="0">
                <c:v>D1</c:v>
              </c:pt>
              <c:pt idx="1">
                <c:v>D2</c:v>
              </c:pt>
              <c:pt idx="2">
                <c:v>D3</c:v>
              </c:pt>
            </c:strLit>
          </c:cat>
          <c:val>
            <c:numLit>
              <c:formatCode>General</c:formatCode>
              <c:ptCount val="3"/>
              <c:pt idx="0">
                <c:v>12.000000</c:v>
              </c:pt>
              <c:pt idx="1">
                <c:v>13.000000</c:v>
              </c:pt>
              <c:pt idx="2">
                <c:v>14.000000</c:v>
              </c:pt>
            </c:numLit>
          </c:val>
        </c:ser>
        <c:ser>
          <c:idx val="1"/>
          <c:order val="1"/>
          <c:tx>
            <c:v>Low</c:v>
          </c:tx>
          <c:cat>
            <c:strLit>
              <c:ptCount val="3"/>
              <c:pt idx="0">
                <c:v>D1</c:v>
              </c:pt>
              <c:pt idx="1">
                <c:v>D2</c:v>
              </c:pt>
              <c:pt idx="2">
                <c:v>D3</c:v>
              </c:pt>
            </c:strLit>
          </c:cat>
          <c:val>
            <c:numLit>
              <c:formatCode>General</c:formatCode>
              <c:ptCount val="3"/>
              <c:pt idx="0">
                <c:v>8.000000</c:v>
              </c:pt>
              <c:pt idx="1">
                <c:v>9.000000</c:v>
              </c:pt>
              <c:pt idx="2">
                <c:v>10.000000</c:v>
              </c:pt>
            </c:numLit>
          </c:val>
        </c:ser>
        <c:ser>
          <c:idx val="2"/>
          <c:order val="2"/>
          <c:tx>
            <c:v>Close</c:v>
          </c:tx>
          <c:cat>
            <c:strLit>
              <c:ptCount val="3"/>
              <c:pt idx="0">
                <c:v>D1</c:v>
              </c:pt>
              <c:pt idx="1">
                <c:v>D2</c:v>
              </c:pt>
              <c:pt idx="2">
                <c:v>D3</c:v>
              </c:pt>
            </c:strLit>
          </c:cat>
          <c:val>
            <c:numLit>
              <c:formatCode>General</c:formatCode>
              <c:ptCount val="3"/>
              <c:pt idx="0">
                <c:v>10.000000</c:v>
              </c:pt>
              <c:pt idx="1">
                <c:v>11.000000</c:v>
              </c:pt>
              <c:pt idx="2">
                <c:v>12.000000</c:v>
              </c:pt>
            </c:numLit>
          </c:val>
        </c:ser>
        <c:hiLowLines/>
        <c:axId val="48650112"/>
        <c:axId val="48672768"/>
      </c:stock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legend>
      <c:legendPos val="r"/>
      <c:overlay val="0"/>
    </c:legend>
    <c:plotVisOnly val="1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StockOHLC</a:t>
            </a:r>
          </a:p>
        </c:rich>
      </c:tx>
      <c:overlay val="0"/>
    </c:title>
    <c:autoTitleDeleted val="0"/>
    <c:plotArea>
      <c:layout/>
      <c:stockChart>
        <c:ser>
          <c:idx val="0"/>
          <c:order val="0"/>
          <c:tx>
            <c:v>Open</c:v>
          </c:tx>
          <c:cat>
            <c:strLit>
              <c:ptCount val="3"/>
              <c:pt idx="0">
                <c:v>D1</c:v>
              </c:pt>
              <c:pt idx="1">
                <c:v>D2</c:v>
              </c:pt>
              <c:pt idx="2">
                <c:v>D3</c:v>
              </c:pt>
            </c:strLit>
          </c:cat>
          <c:val>
            <c:numLit>
              <c:formatCode>General</c:formatCode>
              <c:ptCount val="3"/>
              <c:pt idx="0">
                <c:v>9.000000</c:v>
              </c:pt>
              <c:pt idx="1">
                <c:v>10.000000</c:v>
              </c:pt>
              <c:pt idx="2">
                <c:v>11.000000</c:v>
              </c:pt>
            </c:numLit>
          </c:val>
        </c:ser>
        <c:ser>
          <c:idx val="1"/>
          <c:order val="1"/>
          <c:tx>
            <c:v>High</c:v>
          </c:tx>
          <c:cat>
            <c:strLit>
              <c:ptCount val="3"/>
              <c:pt idx="0">
                <c:v>D1</c:v>
              </c:pt>
              <c:pt idx="1">
                <c:v>D2</c:v>
              </c:pt>
              <c:pt idx="2">
                <c:v>D3</c:v>
              </c:pt>
            </c:strLit>
          </c:cat>
          <c:val>
            <c:numLit>
              <c:formatCode>General</c:formatCode>
              <c:ptCount val="3"/>
              <c:pt idx="0">
                <c:v>12.000000</c:v>
              </c:pt>
              <c:pt idx="1">
                <c:v>13.000000</c:v>
              </c:pt>
              <c:pt idx="2">
                <c:v>14.000000</c:v>
              </c:pt>
            </c:numLit>
          </c:val>
        </c:ser>
        <c:ser>
          <c:idx val="2"/>
          <c:order val="2"/>
          <c:tx>
            <c:v>Low</c:v>
          </c:tx>
          <c:cat>
            <c:strLit>
              <c:ptCount val="3"/>
              <c:pt idx="0">
                <c:v>D1</c:v>
              </c:pt>
              <c:pt idx="1">
                <c:v>D2</c:v>
              </c:pt>
              <c:pt idx="2">
                <c:v>D3</c:v>
              </c:pt>
            </c:strLit>
          </c:cat>
          <c:val>
            <c:numLit>
              <c:formatCode>General</c:formatCode>
              <c:ptCount val="3"/>
              <c:pt idx="0">
                <c:v>8.000000</c:v>
              </c:pt>
              <c:pt idx="1">
                <c:v>9.000000</c:v>
              </c:pt>
              <c:pt idx="2">
                <c:v>10.000000</c:v>
              </c:pt>
            </c:numLit>
          </c:val>
        </c:ser>
        <c:ser>
          <c:idx val="3"/>
          <c:order val="3"/>
          <c:tx>
            <c:v>Close</c:v>
          </c:tx>
          <c:cat>
            <c:strLit>
              <c:ptCount val="3"/>
              <c:pt idx="0">
                <c:v>D1</c:v>
              </c:pt>
              <c:pt idx="1">
                <c:v>D2</c:v>
              </c:pt>
              <c:pt idx="2">
                <c:v>D3</c:v>
              </c:pt>
            </c:strLit>
          </c:cat>
          <c:val>
            <c:numLit>
              <c:formatCode>General</c:formatCode>
              <c:ptCount val="3"/>
              <c:pt idx="0">
                <c:v>10.000000</c:v>
              </c:pt>
              <c:pt idx="1">
                <c:v>11.000000</c:v>
              </c:pt>
              <c:pt idx="2">
                <c:v>12.000000</c:v>
              </c:pt>
            </c:numLit>
          </c:val>
        </c:ser>
        <c:hiLowLines/>
        <c:upDownBars>
          <c:gapWidth val="150"/>
          <c:upBars/>
          <c:downBars/>
        </c:upDownBars>
        <c:axId val="48650112"/>
        <c:axId val="48672768"/>
      </c:stock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legend>
      <c:legendPos val="r"/>
      <c:overlay val="0"/>
    </c:legend>
    <c:plotVisOnly val="1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Combo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ser>
          <c:idx val="0"/>
          <c:order val="0"/>
          <c:tx>
            <c:v>Bar A</c:v>
          </c:tx>
          <c:cat>
            <c:strLit>
              <c:ptCount val="3"/>
              <c:pt idx="0">
                <c:v>Q1</c:v>
              </c:pt>
              <c:pt idx="1">
                <c:v>Q2</c:v>
              </c:pt>
              <c:pt idx="2">
                <c:v>Q3</c:v>
              </c:pt>
            </c:strLit>
          </c:cat>
          <c:val>
            <c:numLit>
              <c:formatCode>General</c:formatCode>
              <c:ptCount val="3"/>
              <c:pt idx="0">
                <c:v>10.000000</c:v>
              </c:pt>
              <c:pt idx="1">
                <c:v>12.000000</c:v>
              </c:pt>
              <c:pt idx="2">
                <c:v>11.000000</c:v>
              </c:pt>
            </c:numLit>
          </c:val>
        </c:ser>
        <c:axId val="48650112"/>
        <c:axId val="48672768"/>
      </c:barChart>
      <c:lineChart>
        <c:grouping val="standard"/>
        <c:ser>
          <c:idx val="1"/>
          <c:order val="1"/>
          <c:tx>
            <c:v>Line A</c:v>
          </c:tx>
          <c:cat>
            <c:strLit>
              <c:ptCount val="3"/>
              <c:pt idx="0">
                <c:v>Q1</c:v>
              </c:pt>
              <c:pt idx="1">
                <c:v>Q2</c:v>
              </c:pt>
              <c:pt idx="2">
                <c:v>Q3</c:v>
              </c:pt>
            </c:strLit>
          </c:cat>
          <c:val>
            <c:numLit>
              <c:formatCode>General</c:formatCode>
              <c:ptCount val="3"/>
              <c:pt idx="0">
                <c:v>9.000000</c:v>
              </c:pt>
              <c:pt idx="1">
                <c:v>13.000000</c:v>
              </c:pt>
              <c:pt idx="2">
                <c:v>12.000000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legend>
      <c:legendPos val="r"/>
      <c:overlay val="0"/>
    </c:legend>
    <c:plotVisOnly val="1"/>
  </c:chart>
</c:chartSpace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2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3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Stock HLC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Stock OHLC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Combo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</Application>
  <PresentationFormat>On-screen Show (4:3)</PresentationFormat>
  <Paragraphs>0</Paragraphs>
  <Slides>3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Family 4 Smoke</dc:title>
  <dc:creator>goppt</dc:creator>
  <cp:lastModifiedBy>goppt</cp:lastModifiedBy>
  <cp:revision>1</cp:revision>
  <dcterms:created xsi:type="dcterms:W3CDTF">2026-02-08T06:02:52Z</dcterms:created>
  <dcterms:modified xsi:type="dcterms:W3CDTF">2026-02-08T06:02:52Z</dcterms:modified>
</cp:coreProperties>
</file>