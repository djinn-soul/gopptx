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Animations</a:t>
            </a:r>
          </a:p>
        </p:txBody>
      </p:sp>
      <p:sp>
        <p:nvSpPr>
          <p:cNvPr id="3" name="Shape 3"/>
          <p:cNvSpPr/>
          <p:nvPr/>
        </p:nvSpPr>
        <p:spPr>
          <a:xfrm>
            <a:off x="1000000" y="2000000"/>
            <a:ext cx="2000000" cy="1000000"/>
          </a:xfrm>
          <a:prstGeom prst="rect">
            <a:avLst/>
          </a:prstGeom>
          <a:solidFill>
            <a:srgbClr val="FF66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000000"/>
                </a:solidFill>
              </a:rPr>
              <a:t>Fade In</a:t>
            </a:r>
          </a:p>
        </p:txBody>
      </p:sp>
      <p:sp>
        <p:nvSpPr>
          <p:cNvPr id="4" name="Shape 4"/>
          <p:cNvSpPr/>
          <p:nvPr/>
        </p:nvSpPr>
        <p:spPr>
          <a:xfrm>
            <a:off x="4000000" y="2000000"/>
            <a:ext cx="2000000" cy="1000000"/>
          </a:xfrm>
          <a:prstGeom prst="ellipse">
            <a:avLst/>
          </a:prstGeom>
          <a:solidFill>
            <a:srgbClr val="0066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FFFFFF"/>
                </a:solidFill>
              </a:rPr>
              <a:t>Fly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500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</p:cBhvr>
                        </p:set>
                      </p:childTnLst>
                    </p:cTn>
                  </p:par>
                  <p:par>
                    <p:cTn id="5" presetID="2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6" dur="500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</p:cBhvr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28: Animations</dc:title>
  <dc:subject/>
  <dc:creator>gopptx</dc:creator>
  <cp:lastModifiedBy>gopptx</cp:lastModifiedBy>
  <dc:description/>
  <cp:revision>1</cp:revision>
  <dcterms:created xsi:type="dcterms:W3CDTF">2026-02-10T11:38:03Z</dcterms:created>
  <dcterms:modified xsi:type="dcterms:W3CDTF">2026-02-10T11:38:03Z</dcterms:modified>
</cp:coreProperties>
</file>