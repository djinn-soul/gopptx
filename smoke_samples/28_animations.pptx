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Animations</a:t>
            </a:r>
          </a:p>
        </p:txBody>
      </p:sp>
      <p:sp>
        <p:nvSpPr>
          <p:cNvPr id="3" name="Shape 3"/>
          <p:cNvSpPr/>
          <p:nvPr/>
        </p:nvSpPr>
        <p:spPr>
          <a:xfrm>
            <a:off x="1000000" y="20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2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20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200" b="0" i="0" u="none" dirty="0">
                <a:solidFill>
                  <a:srgbClr val="FFFFFF"/>
                </a:solidFill>
              </a:rPr>
              <a:t>Fly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8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28: Animations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