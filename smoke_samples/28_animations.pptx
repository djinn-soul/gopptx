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Animations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18288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Fade In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1828800"/>
            <a:ext cx="18288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Fly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</p:cBhvr>
                        </p:set>
                      </p:childTnLst>
                    </p:cTn>
                  </p:par>
                  <p:par>
                    <p:cTn id="5" presetID="2" presetClass="entr" presetSubtype="8" fill="hold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6" dur="500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</p:cBhvr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28: Animations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