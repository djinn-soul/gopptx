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9" r:id="rId4"/>
    <p:sldId id="258" r:id="rId5"/>
    <p:sldId id="260" r:id="rId6"/>
    <p:sldId id="261" r:id="rId13"/>
    <p:sldId id="262" r:id="rId14"/>
    <p:sldId id="263" r:id="rId15"/>
    <p:sldId id="264" r:id="rId1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33"/>
    <a:srgbClr val="1D3A00"/>
    <a:srgbClr val="990099"/>
    <a:srgbClr val="CC0099"/>
    <a:srgbClr val="FE9202"/>
    <a:srgbClr val="6C1A00"/>
    <a:srgbClr val="00AACC"/>
    <a:srgbClr val="5EEC3C"/>
    <a:srgbClr val="003296"/>
    <a:srgbClr val="E39A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2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notesMaster" Target="notesMasters/notesMaster1.xml"/>
  <Relationship Id="rId8" Type="http://schemas.openxmlformats.org/officeDocument/2006/relationships/presProps" Target="presProps.xml"/>
  <Relationship Id="rId9" Type="http://schemas.openxmlformats.org/officeDocument/2006/relationships/viewProps" Target="viewProps.xml"/>
  <Relationship Id="rId10" Type="http://schemas.openxmlformats.org/officeDocument/2006/relationships/theme" Target="theme/theme1.xml"/>
  <Relationship Id="rId11" Type="http://schemas.openxmlformats.org/officeDocument/2006/relationships/tableStyles" Target="tableStyles.xml"/>
  <Relationship Id="rId12" Type="http://schemas.microsoft.com/office/2015/10/relationships/revisionInfo" Target="revisionInfo.xml"/>
  <Relationship Id="rId13" Type="http://schemas.openxmlformats.org/officeDocument/2006/relationships/slide" Target="slides/slide6.xml"/>
  <Relationship Id="rId14" Type="http://schemas.openxmlformats.org/officeDocument/2006/relationships/slide" Target="slides/slide7.xml"/>
  <Relationship Id="rId15" Type="http://schemas.openxmlformats.org/officeDocument/2006/relationships/slide" Target="slides/slide8.xml"/>
  <Relationship Id="rId16" Type="http://schemas.openxmlformats.org/officeDocument/2006/relationships/slide" Target="slides/slide9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B43239-2F89-4114-B8B2-BB42565BA8EA}" type="datetimeFigureOut">
              <a:rPr lang="en-US" smtClean="0"/>
              <a:t>7/27/2017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BBAF99-8078-47CA-93F2-D5EA102EB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440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50B06-B074-48FC-8CFD-53D2CD8FB95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587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07080" y="2266340"/>
            <a:ext cx="7787954" cy="1527050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7080" y="3793390"/>
            <a:ext cx="7787955" cy="610819"/>
          </a:xfrm>
        </p:spPr>
        <p:txBody>
          <a:bodyPr>
            <a:normAutofit/>
          </a:bodyPr>
          <a:lstStyle>
            <a:lvl1pPr marL="0" indent="0" algn="r">
              <a:buNone/>
              <a:defRPr sz="2800" b="0" i="0">
                <a:solidFill>
                  <a:srgbClr val="1D3A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128470"/>
            <a:ext cx="8246070" cy="610821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6" y="1197405"/>
            <a:ext cx="8246070" cy="3664918"/>
          </a:xfrm>
        </p:spPr>
        <p:txBody>
          <a:bodyPr/>
          <a:lstStyle>
            <a:lvl1pPr algn="l">
              <a:defRPr sz="2800"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6835" y="281174"/>
            <a:ext cx="6108200" cy="572644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007033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6835" y="1044700"/>
            <a:ext cx="6108200" cy="366376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75" y="281175"/>
            <a:ext cx="7940659" cy="610820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879" y="1502814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79" y="1975211"/>
            <a:ext cx="4040188" cy="2276294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502814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1975211"/>
            <a:ext cx="4041775" cy="2276294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id="{BEEAD29A-58CF-40AF-A1AF-51DF6A1940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18306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3801DE-3BA7-4BC7-A092-026A1C0D5277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5.png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5.png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5.png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5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FPPT.com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Make Effective Presentations</a:t>
            </a:r>
          </a:p>
          <a:p>
            <a:r>
              <a:rPr lang="en-US"/>
              <a:t>Using Awesome Backgrounds</a:t>
            </a:r>
          </a:p>
          <a:p>
            <a:r>
              <a:rPr lang="en-US"/>
              <a:t>Engage your Audience</a:t>
            </a:r>
          </a:p>
          <a:p>
            <a:r>
              <a:rPr lang="en-US"/>
              <a:t>Capture Audience Attention</a:t>
            </a:r>
          </a:p>
          <a:p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309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Slide Title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Make Effective Presentations</a:t>
            </a:r>
          </a:p>
          <a:p>
            <a:r>
              <a:rPr lang="en-US"/>
              <a:t>Using Awesome Backgrounds</a:t>
            </a:r>
          </a:p>
          <a:p>
            <a:r>
              <a:rPr lang="en-US"/>
              <a:t>Engage your Audience</a:t>
            </a:r>
          </a:p>
          <a:p>
            <a:r>
              <a:rPr lang="en-US"/>
              <a:t>Capture Audience Attention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Slide Title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Product A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/>
              <a:t>Feature 1</a:t>
            </a:r>
          </a:p>
          <a:p>
            <a:r>
              <a:rPr lang="en-US"/>
              <a:t>Feature 2</a:t>
            </a:r>
          </a:p>
          <a:p>
            <a:r>
              <a:rPr lang="en-US"/>
              <a:t>Feature 3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Product B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/>
              <a:t>Feature 1</a:t>
            </a:r>
          </a:p>
          <a:p>
            <a:r>
              <a:rPr lang="en-US"/>
              <a:t>Feature 2</a:t>
            </a:r>
          </a:p>
          <a:p>
            <a:r>
              <a:rPr lang="en-US"/>
              <a:t>Feature 3</a:t>
            </a:r>
          </a:p>
        </p:txBody>
      </p:sp>
    </p:spTree>
    <p:extLst>
      <p:ext uri="{BB962C8B-B14F-4D97-AF65-F5344CB8AC3E}">
        <p14:creationId xmlns:p14="http://schemas.microsoft.com/office/powerpoint/2010/main" val="4170783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:\websites\free-power-point-templates\2012\logo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18306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100692"/>
      </p:ext>
    </p:extLst>
  </p:cSld>
  <p:clrMapOvr>
    <a:masterClrMapping/>
  </p:clrMapOvr>
</p:sld>
</file>

<file path=ppt/slides/slide6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Image Stamp Test 1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This slide has a stamped logo.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Deduplication should ensure only one image file is added to the package.</a:t>
            </a:r>
          </a:p>
        </p:txBody>
      </p:sp>
      <p:pic>
        <p:nvPicPr>
          <p:cNvPr id="4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Image Stamp Test 2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This slide has a stamped logo.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Deduplication should ensure only one image file is added to the package.</a:t>
            </a:r>
          </a:p>
        </p:txBody>
      </p:sp>
      <p:pic>
        <p:nvPicPr>
          <p:cNvPr id="4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Image Stamp Test 3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This slide has a stamped logo.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Deduplication should ensure only one image file is added to the package.</a:t>
            </a:r>
          </a:p>
        </p:txBody>
      </p:sp>
      <p:pic>
        <p:nvPicPr>
          <p:cNvPr id="4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Picture Background Test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This slide uses the same logo as a background.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Still should be deduplicated.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</Words>
  <Application>Microsoft Office PowerPoint</Application>
  <PresentationFormat>On-screen Show (16:9)</PresentationFormat>
  <Paragraphs>22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Click to edit  Master title style</vt:lpstr>
      <vt:lpstr>Slide Title</vt:lpstr>
      <vt:lpstr>Slide Title</vt:lpstr>
      <vt:lpstr>Slide Title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2017-07-27T13:07:26Z</dcterms:created>
  <dcterms:modified xsi:type="dcterms:W3CDTF">2017-07-27T13:08:44Z</dcterms:modified>
</cp:coreProperties>
</file>