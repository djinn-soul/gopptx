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solidFill>
                  <a:srgbClr val="FF0000"/>
                </a:solidFill>
              </a:rPr>
              <a:t>Red </a:t>
            </a:r>
            <a:r>
              <a:rPr lang="en-US" sz="2800" b="0" i="0" u="none" dirty="0">
                <a:solidFill>
                  <a:srgbClr val="00FF00"/>
                </a:solidFill>
              </a:rPr>
              <a:t>Green </a:t>
            </a:r>
            <a:r>
              <a:rPr lang="en-US" sz="2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