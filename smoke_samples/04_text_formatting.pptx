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1" i="0" u="none" dirty="0"/>
              <a:t>Bold </a:t>
            </a:r>
            <a:r>
              <a:rPr lang="en-US" sz="1800" b="0" i="1" u="none" dirty="0"/>
              <a:t>Italic </a:t>
            </a:r>
            <a:r>
              <a:rPr lang="en-US" sz="1800" b="0" i="0" u="sng" dirty="0"/>
              <a:t>Underline </a:t>
            </a:r>
            <a:r>
              <a:rPr lang="en-US" sz="1800" b="0" i="0" u="none" strike="sngStrike" dirty="0"/>
              <a:t>Strikethrough</a:t>
            </a:r>
          </a:p>
          <a:p>
            <a:pPr lvl="0" marL="457200" indent="-457200">
              <a:buChar char="•"/>
            </a:pPr>
            <a:r>
              <a:rPr lang="en-US" sz="1800" b="0" i="0" u="none" dirty="0">
                <a:solidFill>
                  <a:srgbClr val="FF0000"/>
                </a:solidFill>
              </a:rPr>
              <a:t>Red </a:t>
            </a:r>
            <a:r>
              <a:rPr lang="en-US" sz="1800" b="0" i="0" u="none" dirty="0">
                <a:solidFill>
                  <a:srgbClr val="00FF00"/>
                </a:solidFill>
              </a:rPr>
              <a:t>Green </a:t>
            </a:r>
            <a:r>
              <a:rPr lang="en-US" sz="1800" b="0" i="0" u="none" dirty="0">
                <a:solidFill>
                  <a:srgbClr val="0000FF"/>
                </a:solidFill>
              </a:rPr>
              <a:t>Blue</a:t>
            </a:r>
          </a:p>
          <a:p>
            <a:pPr lvl="0" marL="457200" indent="-457200">
              <a:buChar char="•"/>
            </a:pPr>
            <a:r>
              <a:rPr lang="en-US" sz="2400" b="0" i="0" u="none" dirty="0"/>
              <a:t>Large </a:t>
            </a:r>
            <a:r>
              <a:rPr lang="en-US" sz="1000" b="0" i="0" u="none" dirty="0"/>
              <a:t>Small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04: Text Formatting</dc:title>
  <dc:subject/>
  <dc:creator>gopptx</dc:creator>
  <cp:lastModifiedBy>gopptx</cp:lastModifiedBy>
  <dc:description/>
  <cp:revision>1</cp:revision>
  <dcterms:created xsi:type="dcterms:W3CDTF">2026-02-12T18:07:29Z</dcterms:created>
  <dcterms:modified xsi:type="dcterms:W3CDTF">2026-02-12T18:07:29Z</dcterms:modified>
</cp:coreProperties>
</file>