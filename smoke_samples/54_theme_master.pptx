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/>
            </a:gs>
            <a:gs pos="100000">
              <a:srgbClr val="1A1A1A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/>
          <p:cNvSpPr>
            <a:spLocks noGrp="1"/>
          </p:cNvSpPr>
          <p:nvPr>
            <p:ph type="ftr" sz="quarter" idx="10"/>
          </p:nvPr>
        </p:nvSpPr>
        <p:spPr>
          <a:xfrm>
            <a:off x="0" y="6350000"/>
            <a:ext cx="9144000" cy="508000"/>
          </a:xfrm>
        </p:spPr>
        <p:txBody>
          <a:bodyPr/>
          <a:lstStyle/>
          <a:p>
            <a:r>
              <a:rPr lang="en-US" smtClean="0"/>
              <a:t>© 2026 NeonStream Technology - Confidential</a:t>
            </a:r>
          </a:p>
        </p:txBody>
      </p:sp>
      <p:sp>
        <p:nvSpPr>
          <p:cNvPr id="20" name="Shape 2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FFFF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F00FF"/>
          </a:solidFill>
        </p:spPr>
        <p:txBody>
          <a:bodyPr/>
          <a:lstStyle/>
          <a:p/>
        </p:txBody>
      </p:sp>
    </p:spTree>
  </p:cSld>
  <p:clrMap bg1="dk1" tx1="lt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11277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Neon Theme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11277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Features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11277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Custom Colors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Global Footer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Master Shapes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onStream marketing">
  <a:themeElements>
    <a:clrScheme name="NeonStream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FFFF"/>
      </a:accent1>
      <a:accent2>
        <a:srgbClr val="FF00FF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eonStream fonts">
      <a:majorFont>
        <a:latin typeface="Inter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Widescreen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54: Theme &amp; Master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