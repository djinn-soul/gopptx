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Tables</a:t>
            </a:r>
          </a:p>
        </p:txBody>
      </p:sp>
      <p:graphicFrame>
        <p:nvGraphicFramePr>
          <p:cNvPr id="3" name="Table 1"/>
          <p:cNvGraphicFramePr>
            <a:graphicFrameLocks noGrp="1"/>
          </p:cNvGraphicFramePr>
          <p:nvPr/>
        </p:nvGraphicFramePr>
        <p:xfrm>
          <a:off x="457200" y="1600200"/>
          <a:ext cx="8230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000"/>
                <a:gridCol w="2000000"/>
                <a:gridCol w="2000000"/>
              </a:tblGrid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Header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Header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Header 3</a:t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Row 1,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1,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1, Col 3</a:t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Row 2,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2,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2, Col 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07: Tables</dc:title>
  <dc:creator>goppt</dc:creator>
  <cp:lastModifiedBy>goppt</cp:lastModifiedBy>
  <cp:revision>1</cp:revision>
  <dcterms:created xsi:type="dcterms:W3CDTF">2026-02-08T09:33:02Z</dcterms:created>
  <dcterms:modified xsi:type="dcterms:W3CDTF">2026-02-08T09:33:02Z</dcterms:modified>
</cp:coreProperties>
</file>