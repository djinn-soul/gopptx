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Tables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00"/>
                <a:gridCol w="2000000"/>
                <a:gridCol w="2000000"/>
              </a:tblGrid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Header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Header 3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Row 1,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1,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1, Col 3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Row 2,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2,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2, Col 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07: Tables</dc:title>
  <dc:subject/>
  <dc:creator>gopptx</dc:creator>
  <cp:lastModifiedBy>gopptx</cp:lastModifiedBy>
  <dc:description/>
  <cp:revision>1</cp:revision>
  <dcterms:created xsi:type="dcterms:W3CDTF">2026-02-10T11:38:03Z</dcterms:created>
  <dcterms:modified xsi:type="dcterms:W3CDTF">2026-02-10T11:38:03Z</dcterms:modified>
</cp:coreProperties>
</file>