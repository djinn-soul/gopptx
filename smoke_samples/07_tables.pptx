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Tables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  <a:gridCol w="2000000"/>
              </a:tblGrid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1,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2,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07: Tables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