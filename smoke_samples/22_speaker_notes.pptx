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1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marL="457200" indent="-457200">
              <a:buChar char="•"/>
            </a:pPr>
            <a:r>
              <a:rPr lang="en-US" sz="1200" b="0" i="0" u="none" dirty="0"/>
              <a:t>These are speaker notes that appear in presenter view.
Key points:
- First point
- Second point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Speaker Notes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Speaker notes supported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Visible in presenter 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1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22: Speaker Notes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