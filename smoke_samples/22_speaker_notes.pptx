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speaker notes that appear in presenter view.</a:t>
            </a:r>
          </a:p>
          <a:p>
            <a:r>
              <a:rPr lang="en-US" dirty="0"/>
              <a:t/>
            </a:r>
          </a:p>
          <a:p>
            <a:r>
              <a:rPr lang="en-US" dirty="0"/>
              <a:t>Key points:</a:t>
            </a:r>
          </a:p>
          <a:p>
            <a:r>
              <a:rPr lang="en-US" dirty="0"/>
              <a:t>- First point</a:t>
            </a:r>
          </a:p>
          <a:p>
            <a:r>
              <a:rPr lang="en-US" dirty="0"/>
              <a:t>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