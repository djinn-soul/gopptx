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speaker notes that appear in presenter view.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Key points:</a:t>
            </a:r>
          </a:p>
          <a:p>
            <a:r>
              <a:rPr lang="en-US" dirty="0"/>
              <a:t>- First point</a:t>
            </a:r>
          </a:p>
          <a:p>
            <a:r>
              <a:rPr lang="en-US" dirty="0"/>
              <a:t>- Second point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Speaker Notes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Speaker notes supported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Visible in presenter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1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22: Speaker Notes</dc:title>
  <dc:creator>gopptx</dc:creator>
  <cp:lastModifiedBy>gopptx</cp:lastModifiedBy>
  <cp:revision>1</cp:revision>
  <dcterms:created xsi:type="dcterms:W3CDTF">2026-02-08T11:34:31Z</dcterms:created>
  <dcterms:modified xsi:type="dcterms:W3CDTF">2026-02-08T11:34:31Z</dcterms:modified>
</cp:coreProperties>
</file>