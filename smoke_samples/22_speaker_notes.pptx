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id="2147483664" r:id="rId4"/>
  </p:notesMasterIdLst>
  <p:sldIdLst>
    <p:sldId id="257" r:id="rId3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Relationship Id="rId4" Type="http://schemas.openxmlformats.org/officeDocument/2006/relationships/notesMaster" Target="notesMasters/notesMaster1.xml"/>
</Relationships>
</file>

<file path=ppt/notesMasters/_rels/notesMaster1.xml.rels><?xml version="1.0" encoding="UTF-8" standalone="yes"?>
<Relationships xmlns="http://schemas.openxmlformats.org/package/2006/relationships">
<Relationship Id="rId1" Type="http://schemas.openxmlformats.org/officeDocument/2006/relationships/theme" Target="../theme/theme1.xml"/>
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notesMaster>
</file>

<file path=ppt/notesSlides/_rels/notesSlide1.xml.rels><?xml version="1.0" encoding="UTF-8" standalone="yes"?>
<Relationships xmlns="http://schemas.openxmlformats.org/package/2006/relationships">
<Relationship Id="rId1" Type="http://schemas.openxmlformats.org/officeDocument/2006/relationships/slide" Target="../slides/slide1.xml"/>
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speaker notes that appear in presenter view.</a:t>
            </a:r>
          </a:p>
          <a:p>
            <a:r>
              <a:rPr lang="en-US" dirty="0"/>
              <a:t/>
            </a:r>
          </a:p>
          <a:p>
            <a:r>
              <a:rPr lang="en-US" dirty="0"/>
              <a:t>Key points:</a:t>
            </a:r>
          </a:p>
          <a:p>
            <a:r>
              <a:rPr lang="en-US" dirty="0"/>
              <a:t>- First point</a:t>
            </a:r>
          </a:p>
          <a:p>
            <a:r>
              <a:rPr lang="en-US" dirty="0"/>
              <a:t>- Second point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notesSlide" Target="../notesSlides/notesSlide1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Speaker Notes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800" b="0" i="0" dirty="0"/>
              <a:t>Speaker notes supported</a:t>
            </a:r>
          </a:p>
          <a:p>
            <a:pPr lvl="0" marL="457200" indent="-457200">
              <a:buChar char="•"/>
            </a:pPr>
            <a:r>
              <a:rPr lang="en-US" sz="2800" b="0" i="0" dirty="0"/>
              <a:t>Visible in presenter view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</Application>
  <PresentationFormat>On-screen Show (4:3)</PresentationFormat>
  <Paragraphs>0</Paragraphs>
  <Slides>1</Slides>
  <Notes>1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22: Speaker Notes</dc:title>
  <dc:creator>goppt</dc:creator>
  <cp:lastModifiedBy>goppt</cp:lastModifiedBy>
  <cp:revision>1</cp:revision>
  <dcterms:created xsi:type="dcterms:W3CDTF">2026-02-08T09:14:52Z</dcterms:created>
  <dcterms:modified xsi:type="dcterms:W3CDTF">2026-02-08T09:14:52Z</dcterms:modified>
</cp:coreProperties>
</file>