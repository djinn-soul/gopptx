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 type="title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 type="body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 type="picture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 type="body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