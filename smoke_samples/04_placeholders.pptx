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  <p:sldId id="259" r:id="rId5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Relationship Id="rId4" Type="http://schemas.openxmlformats.org/officeDocument/2006/relationships/slide" Target="slides/slide2.xml"/>
<Relationship Id="rId5" Type="http://schemas.openxmlformats.org/officeDocument/2006/relationships/slide" Target="slides/slide3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Placeholder Overrides</a:t>
            </a:r>
          </a:p>
        </p:txBody>
      </p:sp>
    </p:spTree>
  </p:cSld>
  <p:clrMapOvr>
    <a:masterClrMapping/>
  </p:clrMapOvr>
  <p:sp>
    <p:nvSpPr>
      <p:cNvPr id="3" name="Placeholder 0"/>
      <p:cNvSpPr txBox="1"/>
      <p:nvPr>
        <p:ph idx="0" type="title"/>
      </p:nvPr>
    </p:nvSpPr>
    <p:spPr/>
    <p:txBody>
      <a:bodyPr/>
      <a:lstStyle/>
      <a:p>
        <a:r>
          <a:rPr lang="en-US" dirty="0"/>
          <a:t>Title Override</a:t>
        </a:r>
      </a:p>
    </p:txBody>
  </p:sp>
  <p:sp>
    <p:nvSpPr>
      <p:cNvPr id="4" name="Placeholder 1"/>
      <p:cNvSpPr txBox="1"/>
      <p:nvPr>
        <p:ph idx="1" type="body"/>
      </p:nvPr>
    </p:nvSpPr>
    <p:spPr/>
    <p:txBody>
      <a:bodyPr/>
      <a:lstStyle/>
      <a:p>
        <a:r>
          <a:rPr lang="en-US" dirty="0"/>
          <a:t>Body content override from code</a:t>
        </a:r>
      </a:p>
    </p:txBody>
  </p:sp>
</p:sld>
</file>

<file path=ppt/slides/slide2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Placeholder Image</a:t>
            </a:r>
          </a:p>
        </p:txBody>
      </p:sp>
    </p:spTree>
  </p:cSld>
  <p:clrMapOvr>
    <a:masterClrMapping/>
  </p:clrMapOvr>
  <p:pic>
    <p:nvPicPr>
      <p:cNvPr id="3" name="Placeholder Picture"/>
      <p:cNvPicPr>
        <a:picLocks noChangeAspect="1"/>
      </p:cNvPicPr>
      <p:nvPr>
        <p:ph idx="1" type="picture"/>
      </p:nvPr>
    </p:nvPicPr>
    <p:blipFill>
      <a:blip r:embed="rId2"/>
      <a:stretch>
        <a:fillRect/>
      </a:stretch>
    </p:blipFill>
    <p:spPr>
      <a:prstGeom prst="rect">
        <a:avLst/>
      </a:prstGeom>
    </p:spPr>
  </p:pic>
</p:sld>
</file>

<file path=ppt/slides/slide3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Placeholder Table</a:t>
            </a:r>
          </a:p>
        </p:txBody>
      </p:sp>
    </p:spTree>
  </p:cSld>
  <p:clrMapOvr>
    <a:masterClrMapping/>
  </p:clrMapOvr>
  <p:graphicFrame>
    <p:nvGraphicFramePr>
      <p:cNvPr id="3" name="Placeholder Table 1"/>
      <p:cNvGraphicFramePr>
        <a:graphicFrameLocks noGrp="1"/>
      </p:cNvGraphicFramePr>
      <p:nvPr>
        <p:ph idx="1" type="body"/>
      </p:nvPr>
    </p:nvGraphicFramePr>
    <a:graphic>
      <a:graphicData uri="http://schemas.openxmlformats.org/drawingml/2006/table">
        <a:tbl>
          <a:tblPr firstRow="1" bandRow="1">
            <a:tableStyleId>{5C22544A-7EE6-4342-B048-85BDC9FD1C3A}</a:tableStyleId>
          </a:tblPr>
          <a:tblGrid>
</a:tblGrid>
          <a:tr h="1">
            <a:tc>
              <a:txBody>
                <a:bodyPr/>
                <a:lstStyle/>
                <a:p>
                  <a:r>
                    <a:rPr lang="en-US" dirty="0"/>
                    <a:t>PH Col 1</a:t>
                  </a:r>
                </a:p>
              </a:txBody>
              <a:tcPr/>
            </a:tc>
            <a:tc>
              <a:txBody>
                <a:bodyPr/>
                <a:lstStyle/>
                <a:p>
                  <a:r>
                    <a:rPr lang="en-US" dirty="0"/>
                    <a:t>PH Col 2</a:t>
                  </a:r>
                </a:p>
              </a:txBody>
              <a:tcPr/>
            </a:tc>
          </a:tr>
          <a:tr h="1">
            <a:tc>
              <a:txBody>
                <a:bodyPr/>
                <a:lstStyle/>
                <a:p>
                  <a:r>
                    <a:rPr lang="en-US" dirty="0"/>
                    <a:t>PH Data 1</a:t>
                  </a:r>
                </a:p>
              </a:txBody>
              <a:tcPr/>
            </a:tc>
            <a:tc>
              <a:txBody>
                <a:bodyPr/>
                <a:lstStyle/>
                <a:p>
                  <a:r>
                    <a:rPr lang="en-US" dirty="0"/>
                    <a:t>PH Data 2</a:t>
                  </a:r>
                </a:p>
              </a:txBody>
              <a:tcPr/>
            </a:tc>
          </a:tr>
        </a:tbl>
      </a:graphicData>
    </a:graphic>
  </p:graphicFrame>
</p:sld>
</file>

<file path=ppt/theme/theme1.xml><?xml version="1.0" encoding="utf-8"?>
<a:theme xmlns:a="http://schemas.openxmlformats.org/drawingml/2006/main" name="Office Theme marketing">
  <a:themeElements>
    <a:clrScheme name="Office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3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04: Placeholders</dc:title>
  <dc:subject/>
  <dc:creator>gopptx</dc:creator>
  <cp:lastModifiedBy>gopptx</cp:lastModifiedBy>
  <dc:description/>
  <cp:revision>1</cp:revision>
  <dcterms:created xsi:type="dcterms:W3CDTF">2026-02-12T16:36:05Z</dcterms:created>
  <dcterms:modified xsi:type="dcterms:W3CDTF">2026-02-12T16:36:05Z</dcterms:modified>
</cp:coreProperties>
</file>