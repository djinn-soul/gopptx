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BarHorizontal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20.000000</c:v>
              </c:pt>
              <c:pt idx="1">
                <c:v>30.000000</c:v>
              </c:pt>
              <c:pt idx="2">
                <c:v>25.000000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BarStacked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14.000000</c:v>
              </c:pt>
              <c:pt idx="2">
                <c:v>12.000000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BarStacked100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40.000000</c:v>
              </c:pt>
              <c:pt idx="1">
                <c:v>55.000000</c:v>
              </c:pt>
              <c:pt idx="2">
                <c:v>65.000000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LineMarkers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11.000000</c:v>
              </c:pt>
              <c:pt idx="2">
                <c:v>10.000000</c:v>
              </c:pt>
            </c:numLit>
          </c:val>
          <c:marker>
            <c:symbol val="circle"/>
          </c:marker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LineStacked</a:t>
            </a:r>
          </a:p>
        </c:rich>
      </c:tx>
      <c:overlay val="0"/>
    </c:title>
    <c:autoTitleDeleted val="0"/>
    <c:plotArea>
      <c:layout/>
      <c:lineChart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formatCode>General</c:formatCode>
              <c:ptCount val="3"/>
              <c:pt idx="0">
                <c:v>5.000000</c:v>
              </c:pt>
              <c:pt idx="1">
                <c:v>9.000000</c:v>
              </c:pt>
              <c:pt idx="2">
                <c:v>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AreaStacked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6.000000</c:v>
              </c:pt>
              <c:pt idx="1">
                <c:v>7.000000</c:v>
              </c:pt>
              <c:pt idx="2">
                <c:v>8.000000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AreaStacked100</a:t>
            </a:r>
          </a:p>
        </c:rich>
      </c:tx>
      <c:overlay val="0"/>
    </c:title>
    <c:autoTitleDeleted val="0"/>
    <c:plotArea>
      <c:layout/>
      <c:areaChart>
        <c:grouping val="percentStacke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35.000000</c:v>
              </c:pt>
              <c:pt idx="1">
                <c:v>50.000000</c:v>
              </c:pt>
              <c:pt idx="2">
                <c:v>45.000000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Horizontal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Stacked 100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Markers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Area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Area Stacked 100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7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1 Smoke</dc:title>
  <dc:creator>goppt</dc:creator>
  <cp:lastModifiedBy>goppt</cp:lastModifiedBy>
  <cp:revision>1</cp:revision>
  <dcterms:created xsi:type="dcterms:W3CDTF">2026-02-08T06:02:52Z</dcterms:created>
  <dcterms:modified xsi:type="dcterms:W3CDTF">2026-02-08T06:02:52Z</dcterms:modified>
</cp:coreProperties>
</file>