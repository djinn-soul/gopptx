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slide" Target="slides/slide2.xml"/>
<Relationship Id="rId5" Type="http://schemas.openxmlformats.org/officeDocument/2006/relationships/slide" Target="slides/slide3.xml"/>
<Relationship Id="rId6" Type="http://schemas.openxmlformats.org/officeDocument/2006/relationships/slide" Target="slides/slide4.xml"/>
<Relationship Id="rId7" Type="http://schemas.openxmlformats.org/officeDocument/2006/relationships/slide" Target="slides/slide5.xml"/>
<Relationship Id="rId8" Type="http://schemas.openxmlformats.org/officeDocument/2006/relationships/slide" Target="slides/slide6.xml"/>
<Relationship Id="rId9" Type="http://schemas.openxmlformats.org/officeDocument/2006/relationships/slide" Target="slides/slide7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r>
              <a:rPr lang="en-US"/>
              <a:t>BarHorizontal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Series 1</c:v>
          </c:tx>
          <c:spPr>
            <a:solidFill>
              <a:srgbClr val="4F81BD"/>
            </a:solidFill>
          </c:spPr>
          <c:cat>
            <c:strLit>
              <c:ptCount val="3"/>
              <c:pt idx="0">
                <c:v>Q1</c:v>
              </c:pt>
              <c:pt idx="1">
                <c:v>Q2</c:v>
              </c:pt>
              <c:pt idx="2">
                <c:v>Q3</c:v>
              </c:pt>
            </c:strLit>
          </c:cat>
          <c:val>
            <c:numLit>
              <c:formatCode>General</c:formatCode>
              <c:ptCount val="3"/>
              <c:pt idx="0">
                <c:v>20.000000</c:v>
              </c:pt>
              <c:pt idx="1">
                <c:v>30.000000</c:v>
              </c:pt>
              <c:pt idx="2">
                <c:v>25.000000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ckLblPos val="nextTo"/>
        <c:crossAx val="48672768"/>
        <c:crosses val="autoZero"/>
        <c:auto val="1"/>
        <c:lblAlgn val="ctr"/>
        <c:lblOffset val="100"/>
      </c:catAx>
      <c:valAx>
        <c:axId val="48672768"/>
        <c:scaling>
          <c:orientation val="minMax"/>
        </c:scaling>
        <c:delete val="0"/>
        <c:axPos val="l"/>
        <c:numFmt formatCode="General" sourceLinked="1"/>
        <c:majorGridlines/>
        <c:tickLblPos val="nextTo"/>
        <c:crossAx val="48650112"/>
        <c:crosses val="autoZero"/>
        <c:crossBetween val="between"/>
      </c:valAx>
    </c:plotArea>
    <c:plotVisOnly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r>
              <a:rPr lang="en-US"/>
              <a:t>BarStacked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v>Series 1</c:v>
          </c:tx>
          <c:spPr>
            <a:solidFill>
              <a:srgbClr val="4F81BD"/>
            </a:solidFill>
          </c:spPr>
          <c:cat>
            <c:strLit>
              <c:ptCount val="3"/>
              <c:pt idx="0">
                <c:v>Q1</c:v>
              </c:pt>
              <c:pt idx="1">
                <c:v>Q2</c:v>
              </c:pt>
              <c:pt idx="2">
                <c:v>Q3</c:v>
              </c:pt>
            </c:strLit>
          </c:cat>
          <c:val>
            <c:numLit>
              <c:formatCode>General</c:formatCode>
              <c:ptCount val="3"/>
              <c:pt idx="0">
                <c:v>10.000000</c:v>
              </c:pt>
              <c:pt idx="1">
                <c:v>14.000000</c:v>
              </c:pt>
              <c:pt idx="2">
                <c:v>12.000000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ckLblPos val="nextTo"/>
        <c:crossAx val="48672768"/>
        <c:crosses val="autoZero"/>
        <c:auto val="1"/>
        <c:lblAlgn val="ctr"/>
        <c:lblOffset val="100"/>
      </c:catAx>
      <c:valAx>
        <c:axId val="48672768"/>
        <c:scaling>
          <c:orientation val="minMax"/>
        </c:scaling>
        <c:delete val="0"/>
        <c:axPos val="l"/>
        <c:numFmt formatCode="General" sourceLinked="1"/>
        <c:majorGridlines/>
        <c:tickLblPos val="nextTo"/>
        <c:crossAx val="48650112"/>
        <c:crosses val="autoZero"/>
        <c:crossBetween val="between"/>
      </c:valAx>
    </c:plotArea>
    <c:plotVisOnly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r>
              <a:rPr lang="en-US"/>
              <a:t>BarStacked100</a:t>
            </a:r>
          </a:p>
        </c:rich>
      </c:tx>
      <c:overlay val="0"/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v>Series 1</c:v>
          </c:tx>
          <c:spPr>
            <a:solidFill>
              <a:srgbClr val="4F81BD"/>
            </a:solidFill>
          </c:spPr>
          <c:cat>
            <c:strLit>
              <c:ptCount val="3"/>
              <c:pt idx="0">
                <c:v>Q1</c:v>
              </c:pt>
              <c:pt idx="1">
                <c:v>Q2</c:v>
              </c:pt>
              <c:pt idx="2">
                <c:v>Q3</c:v>
              </c:pt>
            </c:strLit>
          </c:cat>
          <c:val>
            <c:numLit>
              <c:formatCode>General</c:formatCode>
              <c:ptCount val="3"/>
              <c:pt idx="0">
                <c:v>40.000000</c:v>
              </c:pt>
              <c:pt idx="1">
                <c:v>55.000000</c:v>
              </c:pt>
              <c:pt idx="2">
                <c:v>65.000000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ckLblPos val="nextTo"/>
        <c:crossAx val="48672768"/>
        <c:crosses val="autoZero"/>
        <c:auto val="1"/>
        <c:lblAlgn val="ctr"/>
        <c:lblOffset val="100"/>
      </c:catAx>
      <c:valAx>
        <c:axId val="48672768"/>
        <c:scaling>
          <c:orientation val="minMax"/>
        </c:scaling>
        <c:delete val="0"/>
        <c:axPos val="l"/>
        <c:numFmt formatCode="General" sourceLinked="1"/>
        <c:majorGridlines/>
        <c:tickLblPos val="nextTo"/>
        <c:crossAx val="48650112"/>
        <c:crosses val="autoZero"/>
        <c:crossBetween val="between"/>
      </c:valAx>
    </c:plotArea>
    <c:plotVisOnly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r>
              <a:rPr lang="en-US"/>
              <a:t>LineMarkers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Series 1</c:v>
          </c:tx>
          <c:spPr>
            <a:solidFill>
              <a:srgbClr val="C0504D"/>
            </a:solidFill>
          </c:spPr>
          <c:cat>
            <c:strLit>
              <c:ptCount val="3"/>
              <c:pt idx="0">
                <c:v>Jan</c:v>
              </c:pt>
              <c:pt idx="1">
                <c:v>Feb</c:v>
              </c:pt>
              <c:pt idx="2">
                <c:v>Mar</c:v>
              </c:pt>
            </c:strLit>
          </c:cat>
          <c:val>
            <c:numLit>
              <c:formatCode>General</c:formatCode>
              <c:ptCount val="3"/>
              <c:pt idx="0">
                <c:v>8.000000</c:v>
              </c:pt>
              <c:pt idx="1">
                <c:v>11.000000</c:v>
              </c:pt>
              <c:pt idx="2">
                <c:v>10.000000</c:v>
              </c:pt>
            </c:numLit>
          </c:val>
          <c:marker>
            <c:symbol val="circle"/>
          </c:marker>
        </c:ser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ckLblPos val="nextTo"/>
        <c:crossAx val="48672768"/>
        <c:crosses val="autoZero"/>
        <c:auto val="1"/>
        <c:lblAlgn val="ctr"/>
        <c:lblOffset val="100"/>
      </c:catAx>
      <c:valAx>
        <c:axId val="48672768"/>
        <c:scaling>
          <c:orientation val="minMax"/>
        </c:scaling>
        <c:delete val="0"/>
        <c:axPos val="l"/>
        <c:numFmt formatCode="General" sourceLinked="1"/>
        <c:majorGridlines/>
        <c:tickLblPos val="nextTo"/>
        <c:crossAx val="48650112"/>
        <c:crosses val="autoZero"/>
        <c:crossBetween val="between"/>
      </c:valAx>
    </c:plotArea>
    <c:plotVisOnly val="1"/>
  </c:char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r>
              <a:rPr lang="en-US"/>
              <a:t>LineStacked</a:t>
            </a:r>
          </a:p>
        </c:rich>
      </c:tx>
      <c:overlay val="0"/>
    </c:title>
    <c:autoTitleDeleted val="0"/>
    <c:plotArea>
      <c:layout/>
      <c:lineChart>
        <c:grouping val="stacked"/>
        <c:varyColors val="0"/>
        <c:ser>
          <c:idx val="0"/>
          <c:order val="0"/>
          <c:tx>
            <c:v>Series 1</c:v>
          </c:tx>
          <c:spPr>
            <a:solidFill>
              <a:srgbClr val="C0504D"/>
            </a:solidFill>
          </c:spPr>
          <c:cat>
            <c:strLit>
              <c:ptCount val="3"/>
              <c:pt idx="0">
                <c:v>Jan</c:v>
              </c:pt>
              <c:pt idx="1">
                <c:v>Feb</c:v>
              </c:pt>
              <c:pt idx="2">
                <c:v>Mar</c:v>
              </c:pt>
            </c:strLit>
          </c:cat>
          <c:val>
            <c:numLit>
              <c:formatCode>General</c:formatCode>
              <c:ptCount val="3"/>
              <c:pt idx="0">
                <c:v>5.000000</c:v>
              </c:pt>
              <c:pt idx="1">
                <c:v>9.000000</c:v>
              </c:pt>
              <c:pt idx="2">
                <c:v>7.000000</c:v>
              </c:pt>
            </c:numLit>
          </c:val>
        </c:ser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ckLblPos val="nextTo"/>
        <c:crossAx val="48672768"/>
        <c:crosses val="autoZero"/>
        <c:auto val="1"/>
        <c:lblAlgn val="ctr"/>
        <c:lblOffset val="100"/>
      </c:catAx>
      <c:valAx>
        <c:axId val="48672768"/>
        <c:scaling>
          <c:orientation val="minMax"/>
        </c:scaling>
        <c:delete val="0"/>
        <c:axPos val="l"/>
        <c:numFmt formatCode="General" sourceLinked="1"/>
        <c:majorGridlines/>
        <c:tickLblPos val="nextTo"/>
        <c:crossAx val="48650112"/>
        <c:crosses val="autoZero"/>
        <c:crossBetween val="between"/>
      </c:valAx>
    </c:plotArea>
    <c:plotVisOnly val="1"/>
  </c:char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r>
              <a:rPr lang="en-US"/>
              <a:t>AreaStacked</a:t>
            </a:r>
          </a:p>
        </c:rich>
      </c:tx>
      <c:overlay val="0"/>
    </c:title>
    <c:autoTitleDeleted val="0"/>
    <c:plotArea>
      <c:layout/>
      <c:areaChart>
        <c:grouping val="stacked"/>
        <c:varyColors val="0"/>
        <c:ser>
          <c:idx val="0"/>
          <c:order val="0"/>
          <c:tx>
            <c:v>Series 1</c:v>
          </c:tx>
          <c:spPr>
            <a:solidFill>
              <a:srgbClr val="9BBB59"/>
            </a:solidFill>
          </c:spPr>
          <c:cat>
            <c:strLit>
              <c:ptCount val="3"/>
              <c:pt idx="0">
                <c:v>W1</c:v>
              </c:pt>
              <c:pt idx="1">
                <c:v>W2</c:v>
              </c:pt>
              <c:pt idx="2">
                <c:v>W3</c:v>
              </c:pt>
            </c:strLit>
          </c:cat>
          <c:val>
            <c:numLit>
              <c:formatCode>General</c:formatCode>
              <c:ptCount val="3"/>
              <c:pt idx="0">
                <c:v>6.000000</c:v>
              </c:pt>
              <c:pt idx="1">
                <c:v>7.000000</c:v>
              </c:pt>
              <c:pt idx="2">
                <c:v>8.000000</c:v>
              </c:pt>
            </c:numLit>
          </c:val>
        </c:ser>
        <c:axId val="48650112"/>
        <c:axId val="48672768"/>
      </c:areaChart>
      <c:catAx>
        <c:axId val="48650112"/>
        <c:scaling>
          <c:orientation val="minMax"/>
        </c:scaling>
        <c:delete val="0"/>
        <c:axPos val="b"/>
        <c:tickLblPos val="nextTo"/>
        <c:crossAx val="48672768"/>
        <c:crosses val="autoZero"/>
        <c:auto val="1"/>
        <c:lblAlgn val="ctr"/>
        <c:lblOffset val="100"/>
      </c:catAx>
      <c:valAx>
        <c:axId val="48672768"/>
        <c:scaling>
          <c:orientation val="minMax"/>
        </c:scaling>
        <c:delete val="0"/>
        <c:axPos val="l"/>
        <c:numFmt formatCode="General" sourceLinked="1"/>
        <c:majorGridlines/>
        <c:tickLblPos val="nextTo"/>
        <c:crossAx val="48650112"/>
        <c:crosses val="autoZero"/>
        <c:crossBetween val="between"/>
      </c:valAx>
    </c:plotArea>
    <c:plotVisOnly val="1"/>
  </c:char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r>
              <a:rPr lang="en-US"/>
              <a:t>AreaStacked100</a:t>
            </a:r>
          </a:p>
        </c:rich>
      </c:tx>
      <c:overlay val="0"/>
    </c:title>
    <c:autoTitleDeleted val="0"/>
    <c:plotArea>
      <c:layout/>
      <c:areaChart>
        <c:grouping val="percentStacked"/>
        <c:varyColors val="0"/>
        <c:ser>
          <c:idx val="0"/>
          <c:order val="0"/>
          <c:tx>
            <c:v>Series 1</c:v>
          </c:tx>
          <c:spPr>
            <a:solidFill>
              <a:srgbClr val="9BBB59"/>
            </a:solidFill>
          </c:spPr>
          <c:cat>
            <c:strLit>
              <c:ptCount val="3"/>
              <c:pt idx="0">
                <c:v>W1</c:v>
              </c:pt>
              <c:pt idx="1">
                <c:v>W2</c:v>
              </c:pt>
              <c:pt idx="2">
                <c:v>W3</c:v>
              </c:pt>
            </c:strLit>
          </c:cat>
          <c:val>
            <c:numLit>
              <c:formatCode>General</c:formatCode>
              <c:ptCount val="3"/>
              <c:pt idx="0">
                <c:v>35.000000</c:v>
              </c:pt>
              <c:pt idx="1">
                <c:v>50.000000</c:v>
              </c:pt>
              <c:pt idx="2">
                <c:v>45.000000</c:v>
              </c:pt>
            </c:numLit>
          </c:val>
        </c:ser>
        <c:axId val="48650112"/>
        <c:axId val="48672768"/>
      </c:areaChart>
      <c:catAx>
        <c:axId val="48650112"/>
        <c:scaling>
          <c:orientation val="minMax"/>
        </c:scaling>
        <c:delete val="0"/>
        <c:axPos val="b"/>
        <c:tickLblPos val="nextTo"/>
        <c:crossAx val="48672768"/>
        <c:crosses val="autoZero"/>
        <c:auto val="1"/>
        <c:lblAlgn val="ctr"/>
        <c:lblOffset val="100"/>
      </c:catAx>
      <c:valAx>
        <c:axId val="48672768"/>
        <c:scaling>
          <c:orientation val="minMax"/>
        </c:scaling>
        <c:delete val="0"/>
        <c:axPos val="l"/>
        <c:numFmt formatCode="General" sourceLinked="1"/>
        <c:majorGridlines/>
        <c:tickLblPos val="nextTo"/>
        <c:crossAx val="48650112"/>
        <c:crosses val="autoZero"/>
        <c:crossBetween val="between"/>
      </c:valAx>
    </c:plotArea>
    <c:plotVisOnly val="1"/>
  </c:chart>
</c:chartSpace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chart" Target="../charts/char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chart" Target="../charts/chart2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chart" Target="../charts/chart3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chart" Target="../charts/chart4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chart" Target="../charts/chart5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chart" Target="../charts/chart6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chart" Target="../charts/chart7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Bar Horizontal</a:t>
            </a:r>
          </a:p>
        </p:txBody>
      </p:sp>
      <p:graphicFrame>
        <p:nvGraphicFramePr>
          <p:cNvPr id="3" name="Chart 3"/>
          <p:cNvGraphicFramePr/>
          <p:nvPr/>
        </p:nvGraphicFramePr>
        <p:xfrm>
          <a:off x="685800" y="1800000"/>
          <a:ext cx="7772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Bar Stacked</a:t>
            </a:r>
          </a:p>
        </p:txBody>
      </p:sp>
      <p:graphicFrame>
        <p:nvGraphicFramePr>
          <p:cNvPr id="3" name="Chart 3"/>
          <p:cNvGraphicFramePr/>
          <p:nvPr/>
        </p:nvGraphicFramePr>
        <p:xfrm>
          <a:off x="685800" y="1800000"/>
          <a:ext cx="7772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Bar Stacked 100</a:t>
            </a:r>
          </a:p>
        </p:txBody>
      </p:sp>
      <p:graphicFrame>
        <p:nvGraphicFramePr>
          <p:cNvPr id="3" name="Chart 3"/>
          <p:cNvGraphicFramePr/>
          <p:nvPr/>
        </p:nvGraphicFramePr>
        <p:xfrm>
          <a:off x="685800" y="1800000"/>
          <a:ext cx="7772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Line Markers</a:t>
            </a:r>
          </a:p>
        </p:txBody>
      </p:sp>
      <p:graphicFrame>
        <p:nvGraphicFramePr>
          <p:cNvPr id="3" name="Chart 3"/>
          <p:cNvGraphicFramePr/>
          <p:nvPr/>
        </p:nvGraphicFramePr>
        <p:xfrm>
          <a:off x="685800" y="1800000"/>
          <a:ext cx="7772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Line Stacked</a:t>
            </a:r>
          </a:p>
        </p:txBody>
      </p:sp>
      <p:graphicFrame>
        <p:nvGraphicFramePr>
          <p:cNvPr id="3" name="Chart 3"/>
          <p:cNvGraphicFramePr/>
          <p:nvPr/>
        </p:nvGraphicFramePr>
        <p:xfrm>
          <a:off x="685800" y="1800000"/>
          <a:ext cx="7772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Area Stacked</a:t>
            </a:r>
          </a:p>
        </p:txBody>
      </p:sp>
      <p:graphicFrame>
        <p:nvGraphicFramePr>
          <p:cNvPr id="3" name="Chart 3"/>
          <p:cNvGraphicFramePr/>
          <p:nvPr/>
        </p:nvGraphicFramePr>
        <p:xfrm>
          <a:off x="685800" y="1800000"/>
          <a:ext cx="7772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Area Stacked 100</a:t>
            </a:r>
          </a:p>
        </p:txBody>
      </p:sp>
      <p:graphicFrame>
        <p:nvGraphicFramePr>
          <p:cNvPr id="3" name="Chart 3"/>
          <p:cNvGraphicFramePr/>
          <p:nvPr/>
        </p:nvGraphicFramePr>
        <p:xfrm>
          <a:off x="685800" y="1800000"/>
          <a:ext cx="7772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</Application>
  <PresentationFormat>On-screen Show (4:3)</PresentationFormat>
  <Paragraphs>0</Paragraphs>
  <Slides>7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Family 1 Smoke</dc:title>
  <dc:creator>goppt</dc:creator>
  <cp:lastModifiedBy>goppt</cp:lastModifiedBy>
  <cp:revision>1</cp:revision>
  <dcterms:created xsi:type="dcterms:W3CDTF">2026-02-08T09:05:59Z</dcterms:created>
  <dcterms:modified xsi:type="dcterms:W3CDTF">2026-02-08T09:05:59Z</dcterms:modified>
</cp:coreProperties>
</file>