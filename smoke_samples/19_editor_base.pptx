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Base Slide 1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Original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Base Slide 2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To be removed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Base Slide 3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To be updated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Editor Base Demo</dc:title>
  <dc:subject/>
  <dc:creator>gopptx</dc:creator>
  <cp:lastModifiedBy>gopptx</cp:lastModifiedBy>
  <dc:description/>
  <cp:revision>1</cp:revision>
  <dcterms:created xsi:type="dcterms:W3CDTF">2026-02-12T17:38:34Z</dcterms:created>
  <dcterms:modified xsi:type="dcterms:W3CDTF">2026-02-12T17:38:34Z</dcterms:modified>
</cp:coreProperties>
</file>