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Push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pushes in</a:t>
            </a:r>
          </a:p>
        </p:txBody>
      </p:sp>
    </p:spTree>
  </p:cSld>
  <p:clrMapOvr>
    <a:masterClrMapping/>
  </p:clrMapOvr>
  <p:transition>
    <p:push dir="r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Wipe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wipes in</a:t>
            </a:r>
          </a:p>
        </p:txBody>
      </p:sp>
    </p:spTree>
  </p:cSld>
  <p:clrMapOvr>
    <a:masterClrMapping/>
  </p:clrMapOvr>
  <p:transition>
    <p:wipe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