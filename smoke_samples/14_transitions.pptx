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Fade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fades 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Push Transition (Left)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pushes from the left</a:t>
            </a:r>
          </a:p>
        </p:txBody>
      </p:sp>
    </p:spTree>
  </p:cSld>
  <p:clrMapOvr>
    <a:masterClrMapping/>
  </p:clrMapOvr>
  <p:transition>
    <p:push dir="l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Wipe Transition (Up)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wipes from the bottom up</a:t>
            </a:r>
          </a:p>
        </p:txBody>
      </p:sp>
    </p:spTree>
  </p:cSld>
  <p:clrMapOvr>
    <a:masterClrMapping/>
  </p:clrMapOvr>
  <p:transition>
    <p:wipe dir="u"/>
  </p:transition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Strips Transition (Right-Down)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uses strips from top-left to bottom-right</a:t>
            </a:r>
          </a:p>
        </p:txBody>
      </p:sp>
    </p:spTree>
  </p:cSld>
  <p:clrMapOvr>
    <a:masterClrMapping/>
  </p:clrMapOvr>
  <p:transition>
    <p:strips dir="rd"/>
  </p:transition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Clock Transition (3 spokes)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uses a wheel/clock transition with 3 spokes</a:t>
            </a:r>
          </a:p>
        </p:txBody>
      </p:sp>
    </p:spTree>
  </p:cSld>
  <p:clrMapOvr>
    <a:masterClrMapping/>
  </p:clrMapOvr>
  <p:transition>
    <p:wheel spokes="3"/>
  </p:transition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14: Transitions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