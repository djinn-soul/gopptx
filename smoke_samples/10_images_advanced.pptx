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png" ContentType="image/png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image" Target="../media/image1.png"/>
<Relationship Id="rId3" Type="http://schemas.openxmlformats.org/officeDocument/2006/relationships/image" Target="../media/image2.png"/>
<Relationship Id="rId4" Type="http://schemas.openxmlformats.org/officeDocument/2006/relationships/image" Target="../media/image2.png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Task 10: Images (Advanced)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dirty="0"/>
              <a:t>File source image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Bytes source + crop</a:t>
            </a:r>
          </a:p>
          <a:p>
            <a:pPr lvl="0" marL="457200" indent="-457200">
              <a:buChar char="•"/>
            </a:pPr>
            <a:r>
              <a:rPr lang="en-US" sz="2800" b="0" i="0" dirty="0"/>
              <a:t>Base64 source + rotation/flip</a:t>
            </a:r>
          </a:p>
        </p:txBody>
      </p:sp>
      <p:pic>
        <p:nvPicPr>
          <p:cNvPr id="4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80160"/>
            <a:ext cx="1828800" cy="1828800"/>
          </a:xfrm>
          <a:prstGeom prst="rect">
            <a:avLst/>
          </a:prstGeom>
        </p:spPr>
      </p:pic>
      <p:pic>
        <p:nvPicPr>
          <p:cNvPr id="5" name="Picture 2"/>
          <p:cNvPicPr>
            <a:picLocks noChangeAspect="1"/>
          </p:cNvPicPr>
          <p:nvPr/>
        </p:nvPicPr>
        <p:blipFill>
          <a:blip r:embed="rId3"/>
          <a:srcRect l="8000" t="8000" r="8000" b="8000"/>
          <a:stretch>
            <a:fillRect/>
          </a:stretch>
        </p:blipFill>
        <p:spPr>
          <a:xfrm>
            <a:off x="2743200" y="1280160"/>
            <a:ext cx="1828800" cy="1828800"/>
          </a:xfrm>
          <a:prstGeom prst="rect">
            <a:avLst/>
          </a:prstGeom>
        </p:spPr>
      </p:pic>
      <p:pic>
        <p:nvPicPr>
          <p:cNvPr id="6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40000" flipH="1">
            <a:off x="4937760" y="128016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10: Images Advanced</dc:title>
  <dc:creator>goppt</dc:creator>
  <cp:lastModifiedBy>goppt</cp:lastModifiedBy>
  <cp:revision>1</cp:revision>
  <dcterms:created xsi:type="dcterms:W3CDTF">2026-02-08T09:06:49Z</dcterms:created>
  <dcterms:modified xsi:type="dcterms:W3CDTF">2026-02-08T09:06:49Z</dcterms:modified>
</cp:coreProperties>
</file>