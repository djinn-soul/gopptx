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ectionList.xml" ContentType="application/vnd.microsoft.powerpoint.sectionLis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D96"/>
    <a:srgbClr val="CC0066"/>
    <a:srgbClr val="CC0000"/>
    <a:srgbClr val="1D3A00"/>
    <a:srgbClr val="FE9202"/>
    <a:srgbClr val="D47A02"/>
    <a:srgbClr val="5EEC3C"/>
    <a:srgbClr val="E6B254"/>
    <a:srgbClr val="BF7E37"/>
    <a:srgbClr val="E39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sectionList.xml><?xml version="1.0" encoding="utf-8"?>
<s:sectionLst xmlns:s="http://schemas.microsoft.com/office/powerpoint/2010/main">
  <s:section name="Intro" id="{97EA4E6D-E690-474A-8EB1-46E92D2169A3}">
    <s:sldIdLst>
      <s:sldId id="256"/>
    </s:sldIdLst>
  </s:section>
  <s:section name="Core Analysis" id="{139EC699-233F-4366-ABA7-D818D02E6A56}">
    <s:sldIdLst>
      <s:sldId id="257"/>
      <s:sldId id="259"/>
      <s:sldId id="258"/>
    </s:sldIdLst>
  </s:section>
  <s:section name="Summary" id="{96E5A473-44D1-4B4C-A7C3-A841390A3F57}">
    <s:sldIdLst>
      <s:sldId id="260"/>
    </s:sldIdLst>
  </s:section>
</s:sectionLst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48" y="-2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notesMaster" Target="notesMasters/notesMaster1.xml"/>
  <Relationship Id="rId8" Type="http://schemas.openxmlformats.org/officeDocument/2006/relationships/presProps" Target="presProps.xml"/>
  <Relationship Id="rId9" Type="http://schemas.openxmlformats.org/officeDocument/2006/relationships/viewProps" Target="viewProps.xml"/>
  <Relationship Id="rId10" Type="http://schemas.openxmlformats.org/officeDocument/2006/relationships/theme" Target="theme/theme1.xml"/>
  <Relationship Id="rId11" Type="http://schemas.openxmlformats.org/officeDocument/2006/relationships/tableStyles" Target="tableStyles.xml"/>
  <Relationship Id="rId12" Type="http://schemas.microsoft.com/office/2015/10/relationships/revisionInfo" Target="revisionInfo.xml"/>
  <Relationship Id="rId13" Type="http://schemas.microsoft.com/office/2007/relationships/sectionList" Target="sectionList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12490" y="1960930"/>
            <a:ext cx="7329840" cy="1679753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490" y="891995"/>
            <a:ext cx="732984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433880"/>
            <a:ext cx="7940659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502815"/>
            <a:ext cx="7940660" cy="3206805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281175"/>
            <a:ext cx="6413610" cy="916229"/>
          </a:xfrm>
          <a:noFill/>
        </p:spPr>
        <p:txBody>
          <a:bodyPr>
            <a:normAutofit/>
          </a:bodyPr>
          <a:lstStyle>
            <a:lvl1pPr algn="r">
              <a:defRPr sz="360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1425" y="1197405"/>
            <a:ext cx="6413610" cy="3511061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433880"/>
            <a:ext cx="8246070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7" y="1793944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7" y="2266340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793944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266340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769394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490" y="1808225"/>
            <a:ext cx="7329840" cy="1985163"/>
          </a:xfrm>
        </p:spPr>
        <p:txBody>
          <a:bodyPr>
            <a:normAutofit/>
          </a:bodyPr>
          <a:lstStyle/>
          <a:p>
            <a:r>
              <a:rPr lang="en-US" dirty="0" smtClean="0"/>
              <a:t>Click to edit </a:t>
            </a:r>
            <a:br>
              <a:rPr lang="en-US" dirty="0" smtClean="0"/>
            </a:br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433880"/>
            <a:ext cx="7940660" cy="916230"/>
          </a:xfrm>
        </p:spPr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Make Effective Presentations</a:t>
            </a:r>
          </a:p>
          <a:p>
            <a:r>
              <a:rPr lang="en-US" smtClean="0"/>
              <a:t>Using Awesome Backgrounds</a:t>
            </a:r>
          </a:p>
          <a:p>
            <a:r>
              <a:rPr lang="en-US" smtClean="0"/>
              <a:t>Engage your Audience</a:t>
            </a:r>
          </a:p>
          <a:p>
            <a:r>
              <a:rPr lang="en-US" smtClean="0"/>
              <a:t>Capture Audience Attention</a:t>
            </a:r>
          </a:p>
          <a:p>
            <a:endParaRPr lang="en-US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Make Effective Presentations</a:t>
            </a:r>
          </a:p>
          <a:p>
            <a:r>
              <a:rPr lang="en-US" smtClean="0"/>
              <a:t>Using Awesome Backgrounds</a:t>
            </a:r>
          </a:p>
          <a:p>
            <a:r>
              <a:rPr lang="en-US" smtClean="0"/>
              <a:t>Engage your Audience</a:t>
            </a:r>
          </a:p>
          <a:p>
            <a:r>
              <a:rPr lang="en-US" smtClean="0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433880"/>
            <a:ext cx="8093365" cy="916230"/>
          </a:xfrm>
        </p:spPr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Feature 1</a:t>
            </a:r>
          </a:p>
          <a:p>
            <a:r>
              <a:rPr lang="en-US" smtClean="0"/>
              <a:t>Feature 2</a:t>
            </a:r>
          </a:p>
          <a:p>
            <a:r>
              <a:rPr lang="en-US" smtClean="0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mtClean="0"/>
              <a:t>Product B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mtClean="0"/>
              <a:t>Feature 1</a:t>
            </a:r>
          </a:p>
          <a:p>
            <a:r>
              <a:rPr lang="en-US" smtClean="0"/>
              <a:t>Feature 2</a:t>
            </a:r>
          </a:p>
          <a:p>
            <a:r>
              <a:rPr lang="en-US" smtClean="0"/>
              <a:t>Feature 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371726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Click to edit  Master title style</vt:lpstr>
      <vt:lpstr>Slide Title</vt:lpstr>
      <vt:lpstr>Slide Title</vt:lpstr>
      <vt:lpstr>Slide Title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2022-01-30T18:53:51Z</dcterms:modified>
</cp:coreProperties>
</file>