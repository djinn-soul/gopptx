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Accessibility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Image has AltText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Shape is marked as decorative</a:t>
            </a:r>
          </a:p>
        </p:txBody>
      </p:sp>
      <p:pic>
        <p:nvPicPr>
          <p:cNvPr id="4" name="Picture 1" descr="A descriptive text for th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000" y="1000000"/>
            <a:ext cx="2000000" cy="2000000"/>
          </a:xfrm>
          <a:prstGeom prst="rect">
            <a:avLst/>
          </a:prstGeom>
        </p:spPr>
      </p:pic>
      <p:sp>
        <p:nvSpPr>
          <p:cNvPr id="5" name="Shape 5" descr=""/>
          <p:cNvSpPr/>
          <p:nvPr/>
        </p:nvSpPr>
        <p:spPr>
          <a:xfrm>
            <a:off x="4000000" y="1000000"/>
            <a:ext cx="2000000" cy="2000000"/>
          </a:xfrm>
          <a:prstGeom prst="rect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48: Accessibility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