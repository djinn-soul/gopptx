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Accessibility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Image has AltText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Shape is marked as decorative</a:t>
            </a:r>
          </a:p>
        </p:txBody>
      </p:sp>
      <p:pic>
        <p:nvPicPr>
          <p:cNvPr id="4" name="Picture 1" descr="A descriptive text for th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5" name="Shape 5" descr=""/>
          <p:cNvSpPr/>
          <p:nvPr/>
        </p:nvSpPr>
        <p:spPr>
          <a:xfrm>
            <a:off x="3657600" y="914400"/>
            <a:ext cx="1828800" cy="1828800"/>
          </a:xfrm>
          <a:prstGeom prst="rect">
            <a:avLst/>
          </a:prstGeom>
          <a:solidFill>
            <a:srgbClr val="70AD47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48: Accessibility</dc:title>
  <dc:subject/>
  <dc:creator>gopptx</dc:creator>
  <cp:lastModifiedBy>gopptx</cp:lastModifiedBy>
  <dc:description/>
  <cp:revision>1</cp:revision>
  <dcterms:created xsi:type="dcterms:W3CDTF">2026-02-12T18:07:29Z</dcterms:created>
  <dcterms:modified xsi:type="dcterms:W3CDTF">2026-02-12T18:07:29Z</dcterms:modified>
</cp:coreProperties>
</file>