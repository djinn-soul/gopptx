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Relationship Id="rId6" Type="http://schemas.openxmlformats.org/officeDocument/2006/relationships/slide" Target="slides/slide4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Animations &amp; Transitions Demo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This presentation demonstrates new features in gopptx.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Slide Transitions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Shape Animations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Transition: Push Right (1s)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This slide entered with a Push Right transition.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Duration: 1000ms</a:t>
            </a:r>
          </a:p>
        </p:txBody>
      </p:sp>
    </p:spTree>
  </p:cSld>
  <p:clrMapOvr>
    <a:masterClrMapping/>
  </p:clrMapOvr>
  <p:transition dur="1000">
    <p:push dir="r"/>
  </p:transition>
</p:sld>
</file>

<file path=ppt/slides/slide3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Animations Demo</a:t>
            </a:r>
          </a:p>
        </p:txBody>
      </p:sp>
      <p:sp>
        <p:nvSpPr>
          <p:cNvPr id="3" name="Shape 3"/>
          <p:cNvSpPr/>
          <p:nvPr/>
        </p:nvSpPr>
        <p:spPr>
          <a:xfrm>
            <a:off x="1000000" y="1500000"/>
            <a:ext cx="2000000" cy="2000000"/>
          </a:xfrm>
          <a:prstGeom prst="rect">
            <a:avLst/>
          </a:prstGeom>
          <a:solidFill>
            <a:srgbClr val="FF0000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ctr"/>
            <a:r>
              <a:rPr lang="en-US" sz="3600" b="0" i="0" u="none" dirty="0">
                <a:solidFill>
                  <a:srgbClr val="000000"/>
                </a:solidFill>
              </a:rPr>
              <a:t>Fade In</a:t>
            </a:r>
          </a:p>
        </p:txBody>
      </p:sp>
      <p:sp>
        <p:nvSpPr>
          <p:cNvPr id="4" name="Shape 4"/>
          <p:cNvSpPr/>
          <p:nvPr/>
        </p:nvSpPr>
        <p:spPr>
          <a:xfrm>
            <a:off x="4000000" y="1500000"/>
            <a:ext cx="2000000" cy="2000000"/>
          </a:xfrm>
          <a:prstGeom prst="ellipse">
            <a:avLst/>
          </a:prstGeom>
          <a:solidFill>
            <a:srgbClr val="00FF00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ctr"/>
            <a:r>
              <a:rPr lang="en-US" sz="3600" b="0" i="0" u="none" dirty="0">
                <a:solidFill>
                  <a:srgbClr val="000000"/>
                </a:solidFill>
              </a:rPr>
              <a:t>Fly In</a:t>
            </a:r>
          </a:p>
        </p:txBody>
      </p:sp>
      <p:sp>
        <p:nvSpPr>
          <p:cNvPr id="5" name="Shape 5"/>
          <p:cNvSpPr/>
          <p:nvPr/>
        </p:nvSpPr>
        <p:spPr>
          <a:xfrm>
            <a:off x="7000000" y="1500000"/>
            <a:ext cx="2000000" cy="2000000"/>
          </a:xfrm>
          <a:prstGeom prst="triangle">
            <a:avLst/>
          </a:prstGeom>
          <a:solidFill>
            <a:srgbClr val="0000FF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ctr"/>
            <a:r>
              <a:rPr lang="en-US" sz="3600" b="0" i="0" u="none" dirty="0">
                <a:solidFill>
                  <a:srgbClr val="FFFFFF"/>
                </a:solidFill>
              </a:rPr>
              <a:t>Pulse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500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</p:cBhvr>
                        </p:set>
                      </p:childTnLst>
                    </p:cTn>
                  </p:par>
                  <p:par>
                    <p:cTn id="5" presetID="2" presetClass="entr" presetSubtype="8" fill="hold" nodeType="afterEffect">
                      <p:stCondLst>
                        <p:cond delay="0"/>
                      </p:stCondLst>
                      <p:childTnLst>
                        <p:set>
                          <p:cBhvr>
                            <p:cTn id="6" dur="1000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</p:cBhvr>
                        </p:set>
                      </p:childTnLst>
                    </p:cTn>
                  </p:par>
                  <p:par>
                    <p:cTn id="7" presetID="31" presetClass="emph" presetSubtype="0" fill="hold" nodeType="afterEffect">
                      <p:stCondLst>
                        <p:cond delay="0"/>
                      </p:stCondLst>
                      <p:childTnLst>
                        <p:set>
                          <p:cBhvr>
                            <p:cTn id="8" dur="500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</p:cBhvr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End of Demo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Thank you!</a:t>
            </a:r>
          </a:p>
        </p:txBody>
      </p:sp>
    </p:spTree>
  </p:cSld>
  <p:clrMapOvr>
    <a:masterClrMapping/>
  </p:clrMapOvr>
  <p:transition>
    <p:split dir="out" orient="horz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4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Animations Demo</dc:title>
  <dc:subject/>
  <dc:creator>gopptx</dc:creator>
  <cp:lastModifiedBy>gopptx</cp:lastModifiedBy>
  <dc:description/>
  <cp:revision>1</cp:revision>
  <dcterms:created xsi:type="dcterms:W3CDTF">2026-02-11T17:39:22Z</dcterms:created>
  <dcterms:modified xsi:type="dcterms:W3CDTF">2026-02-11T17:39:22Z</dcterms:modified>
</cp:coreProperties>
</file>