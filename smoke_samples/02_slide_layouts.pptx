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6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and Content Layout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Default layout with title and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Two Column Layout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3886200" cy="566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Left column content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3886200" cy="566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Right column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02: Slide Layouts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