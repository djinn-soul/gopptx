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6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Title and Content Layout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Default layout with title and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Title Only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Two Column Layout</a:t>
            </a:r>
          </a:p>
        </p:txBody>
      </p:sp>
      <p:sp>
        <p:nvSpPr>
          <p:cNvPr id="3" name="Left Content"/>
          <p:cNvSpPr txBox="1"/>
          <p:nvPr/>
        </p:nvSpPr>
        <p:spPr>
          <a:xfrm>
            <a:off x="457200" y="1189200"/>
            <a:ext cx="3886200" cy="566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Left column content</a:t>
            </a:r>
          </a:p>
        </p:txBody>
      </p:sp>
      <p:sp>
        <p:nvSpPr>
          <p:cNvPr id="4" name="Right Content"/>
          <p:cNvSpPr txBox="1"/>
          <p:nvPr/>
        </p:nvSpPr>
        <p:spPr>
          <a:xfrm>
            <a:off x="4572300" y="1189200"/>
            <a:ext cx="3886200" cy="566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Right column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02: Slide Layouts</dc:title>
  <dc:subject/>
  <dc:creator>gopptx</dc:creator>
  <cp:lastModifiedBy>gopptx</cp:lastModifiedBy>
  <dc:description/>
  <cp:revision>1</cp:revision>
  <dcterms:created xsi:type="dcterms:W3CDTF">2026-02-12T16:36:05Z</dcterms:created>
  <dcterms:modified xsi:type="dcterms:W3CDTF">2026-02-12T16:36:05Z</dcterms:modified>
</cp:coreProperties>
</file>