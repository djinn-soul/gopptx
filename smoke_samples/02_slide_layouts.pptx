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6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Title and Content Layout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Default layout with title and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Title Only Layout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Two Column Layout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3886200" cy="5668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Left column content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3886200" cy="5668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Right column content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02: Slide Layouts</dc:title>
  <dc:subject/>
  <dc:creator>gopptx</dc:creator>
  <cp:lastModifiedBy>gopptx</cp:lastModifiedBy>
  <dc:description/>
  <cp:revision>1</cp:revision>
  <dcterms:created xsi:type="dcterms:W3CDTF">2026-02-11T17:42:29Z</dcterms:created>
  <dcterms:modified xsi:type="dcterms:W3CDTF">2026-02-11T17:42:29Z</dcterms:modified>
</cp:coreProperties>
</file>