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5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500000"/>
            <a:ext cx="15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500000"/>
            <a:ext cx="1500000" cy="10000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