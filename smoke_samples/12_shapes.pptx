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Shapes</a:t>
            </a:r>
          </a:p>
        </p:txBody>
      </p:sp>
      <p:sp>
        <p:nvSpPr>
          <p:cNvPr id="3" name="Shape 3"/>
          <p:cNvSpPr/>
          <p:nvPr/>
        </p:nvSpPr>
        <p:spPr>
          <a:xfrm>
            <a:off x="500000" y="1500000"/>
            <a:ext cx="2000000" cy="1000000"/>
          </a:xfrm>
          <a:prstGeom prst="rect">
            <a:avLst/>
          </a:prstGeom>
          <a:solidFill>
            <a:srgbClr val="FF66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000000"/>
                </a:solidFill>
              </a:rPr>
              <a:t>Rectangle</a:t>
            </a:r>
          </a:p>
        </p:txBody>
      </p:sp>
      <p:sp>
        <p:nvSpPr>
          <p:cNvPr id="4" name="Shape 4"/>
          <p:cNvSpPr/>
          <p:nvPr/>
        </p:nvSpPr>
        <p:spPr>
          <a:xfrm>
            <a:off x="3000000" y="1500000"/>
            <a:ext cx="1500000" cy="1000000"/>
          </a:xfrm>
          <a:prstGeom prst="ellipse">
            <a:avLst/>
          </a:prstGeom>
          <a:solidFill>
            <a:srgbClr val="0066F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FFFFFF"/>
                </a:solidFill>
              </a:rPr>
              <a:t>Ellipse</a:t>
            </a:r>
          </a:p>
        </p:txBody>
      </p:sp>
      <p:sp>
        <p:nvSpPr>
          <p:cNvPr id="5" name="Shape 5"/>
          <p:cNvSpPr/>
          <p:nvPr/>
        </p:nvSpPr>
        <p:spPr>
          <a:xfrm>
            <a:off x="5000000" y="1500000"/>
            <a:ext cx="1500000" cy="1000000"/>
          </a:xfrm>
          <a:prstGeom prst="triangle">
            <a:avLst/>
          </a:prstGeom>
          <a:solidFill>
            <a:srgbClr val="00CC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500" b="0" i="0" u="none" dirty="0">
                <a:solidFill>
                  <a:srgbClr val="000000"/>
                </a:solidFill>
              </a:rPr>
              <a:t>Triangle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12: Shapes</dc:title>
  <dc:creator>goppt</dc:creator>
  <cp:lastModifiedBy>goppt</cp:lastModifiedBy>
  <cp:revision>1</cp:revision>
  <dcterms:created xsi:type="dcterms:W3CDTF">2026-02-08T09:33:02Z</dcterms:created>
  <dcterms:modified xsi:type="dcterms:W3CDTF">2026-02-08T09:33:02Z</dcterms:modified>
</cp:coreProperties>
</file>