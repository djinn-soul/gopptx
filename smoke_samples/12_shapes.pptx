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Shapes</a:t>
            </a:r>
          </a:p>
        </p:txBody>
      </p:sp>
      <p:sp>
        <p:nvSpPr>
          <p:cNvPr id="3" name="Shape 3"/>
          <p:cNvSpPr/>
          <p:nvPr/>
        </p:nvSpPr>
        <p:spPr>
          <a:xfrm>
            <a:off x="500000" y="1371600"/>
            <a:ext cx="1828800" cy="914400"/>
          </a:xfrm>
          <a:prstGeom prst="rect">
            <a:avLst/>
          </a:prstGeom>
          <a:solidFill>
            <a:srgbClr val="FF6600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2000" b="0" i="0" u="none" dirty="0">
                <a:solidFill>
                  <a:srgbClr val="000000"/>
                </a:solidFill>
              </a:rPr>
              <a:t>Rectangle</a:t>
            </a:r>
          </a:p>
        </p:txBody>
      </p:sp>
      <p:sp>
        <p:nvSpPr>
          <p:cNvPr id="4" name="Shape 4"/>
          <p:cNvSpPr/>
          <p:nvPr/>
        </p:nvSpPr>
        <p:spPr>
          <a:xfrm>
            <a:off x="3000000" y="1371600"/>
            <a:ext cx="1371600" cy="914400"/>
          </a:xfrm>
          <a:prstGeom prst="ellipse">
            <a:avLst/>
          </a:prstGeom>
          <a:solidFill>
            <a:srgbClr val="0066FF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2000" b="0" i="0" u="none" dirty="0">
                <a:solidFill>
                  <a:srgbClr val="FFFFFF"/>
                </a:solidFill>
              </a:rPr>
              <a:t>Ellipse</a:t>
            </a:r>
          </a:p>
        </p:txBody>
      </p:sp>
      <p:sp>
        <p:nvSpPr>
          <p:cNvPr id="5" name="Shape 5"/>
          <p:cNvSpPr/>
          <p:nvPr/>
        </p:nvSpPr>
        <p:spPr>
          <a:xfrm>
            <a:off x="5000000" y="1371600"/>
            <a:ext cx="1371600" cy="914400"/>
          </a:xfrm>
          <a:prstGeom prst="triangle">
            <a:avLst/>
          </a:prstGeom>
          <a:solidFill>
            <a:srgbClr val="00CC00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2000" b="0" i="0" u="none" dirty="0">
                <a:solidFill>
                  <a:srgbClr val="000000"/>
                </a:solidFill>
              </a:rPr>
              <a:t>Triangle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12: Shapes</dc:title>
  <dc:subject/>
  <dc:creator>gopptx</dc:creator>
  <cp:lastModifiedBy>gopptx</cp:lastModifiedBy>
  <dc:description/>
  <cp:revision>1</cp:revision>
  <dcterms:created xsi:type="dcterms:W3CDTF">2026-02-12T18:07:29Z</dcterms:created>
  <dcterms:modified xsi:type="dcterms:W3CDTF">2026-02-12T18:07:29Z</dcterms:modified>
</cp:coreProperties>
</file>