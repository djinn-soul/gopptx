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D9E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Slide Background Color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has a solid background color (D9E1F2).</a:t>
            </a:r>
          </a:p>
        </p:txBody>
      </p:sp>
    </p:spTree>
  </p:cSld>
  <p:clrMapOvr>
    <a:masterClrMapping/>
  </p:clrMapOvr>
  <p:sp>
    <p:nvSpPr>
      <p:cNvPr id="4" name="Slide Number Placeholder"/>
      <p:cNvSpPr>
        <a:spLocks noGrp="1"/>
      </p:cNvSpPr>
      <p:nvPr>
        <p:ph type="sldNum" sz="quarter" idx="12"/>
      </p:nvPr>
    </p:nvSpPr>
    <p:spPr>
      <a:xfrm>
        <a:off x="8138160" y="6187440"/>
        <a:ext cx="548640" cy="396240"/>
      </a:xfrm>
      <a:prstGeom prst="rect">
        <a:avLst/>
      </a:prstGeom>
      <a:noFill/>
    </p:spPr>
    <p:txBody>
      <a:bodyPr wrap="square" rtlCol="0" anchor="ctr"/>
      <a:lstStyle/>
      <a:p>
        <a:pPr algn="r"/>
        <a:fld type="slnum" id="{282E2E67-0C23-4552-87C9-2C764654F79F}">
          <a:pPr algn="r"/>
          <a:rPr lang="en-US" smtClean="0"/>
          <a:t>‹#›</a:t>
        </a:fld>
        <a:endParaRPr lang="en-US" smtClean="0"/>
      </a:p>
    </p:txBody>
  </p:sp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r"/>
            <a:r>
              <a:rPr lang="en-US" sz="4400" b="0" i="0" u="none" dirty="0"/>
              <a:t>Right Aligned Title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The title of this slide is right-aligned.</a:t>
            </a:r>
          </a:p>
        </p:txBody>
      </p:sp>
    </p:spTree>
  </p:cSld>
  <p:clrMapOvr>
    <a:masterClrMapping/>
  </p:clrMapOvr>
  <p:sp>
    <p:nvSpPr>
      <p:cNvPr id="4" name="Slide Number Placeholder"/>
      <p:cNvSpPr>
        <a:spLocks noGrp="1"/>
      </p:cNvSpPr>
      <p:nvPr>
        <p:ph type="sldNum" sz="quarter" idx="12"/>
      </p:nvPr>
    </p:nvSpPr>
    <p:spPr>
      <a:xfrm>
        <a:off x="8138160" y="6187440"/>
        <a:ext cx="548640" cy="396240"/>
      </a:xfrm>
      <a:prstGeom prst="rect">
        <a:avLst/>
      </a:prstGeom>
      <a:noFill/>
    </p:spPr>
    <p:txBody>
      <a:bodyPr wrap="square" rtlCol="0" anchor="ctr"/>
      <a:lstStyle/>
      <a:p>
        <a:pPr algn="r"/>
        <a:fld type="slnum" id="{282E2E67-0C23-4552-87C9-2C764654F79F}">
          <a:pPr algn="r"/>
          <a:rPr lang="en-US" smtClean="0"/>
          <a:t>‹#›</a:t>
        </a:fld>
        <a:endParaRPr lang="en-US" smtClean="0"/>
      </a:p>
    </p:txBody>
  </p:sp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just"/>
            <a:r>
              <a:rPr lang="en-US" sz="4400" b="0" i="0" u="none" dirty="0"/>
              <a:t>Centered Title (justified)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The title of this slide is justified (though hard to see with short text).</a:t>
            </a:r>
          </a:p>
        </p:txBody>
      </p:sp>
    </p:spTree>
  </p:cSld>
  <p:clrMapOvr>
    <a:masterClrMapping/>
  </p:clrMapOvr>
  <p:sp>
    <p:nvSpPr>
      <p:cNvPr id="4" name="Slide Number Placeholder"/>
      <p:cNvSpPr>
        <a:spLocks noGrp="1"/>
      </p:cNvSpPr>
      <p:nvPr>
        <p:ph type="sldNum" sz="quarter" idx="12"/>
      </p:nvPr>
    </p:nvSpPr>
    <p:spPr>
      <a:xfrm>
        <a:off x="8138160" y="6187440"/>
        <a:ext cx="548640" cy="396240"/>
      </a:xfrm>
      <a:prstGeom prst="rect">
        <a:avLst/>
      </a:prstGeom>
      <a:noFill/>
    </p:spPr>
    <p:txBody>
      <a:bodyPr wrap="square" rtlCol="0" anchor="ctr"/>
      <a:lstStyle/>
      <a:p>
        <a:pPr algn="r"/>
        <a:fld type="slnum" id="{282E2E67-0C23-4552-87C9-2C764654F79F}">
          <a:pPr algn="r"/>
          <a:rPr lang="en-US" smtClean="0"/>
          <a:t>‹#›</a:t>
        </a:fld>
        <a:endParaRPr lang="en-US" smtClean="0"/>
      </a:p>
    </p:txBody>
  </p:sp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Bottom Aligned Content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lvl="0" marL="457200" indent="-457200">
              <a:buChar char="•"/>
            </a:pPr>
            <a:r>
              <a:rPr lang="en-US" sz="1800" b="0" i="0" u="none" dirty="0"/>
              <a:t>The text content of this slide is vertically aligned to the bottom.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This is useful for specific layout requirements.</a:t>
            </a:r>
          </a:p>
        </p:txBody>
      </p:sp>
    </p:spTree>
  </p:cSld>
  <p:clrMapOvr>
    <a:masterClrMapping/>
  </p:clrMapOvr>
  <p:sp>
    <p:nvSpPr>
      <p:cNvPr id="4" name="Slide Number Placeholder"/>
      <p:cNvSpPr>
        <a:spLocks noGrp="1"/>
      </p:cNvSpPr>
      <p:nvPr>
        <p:ph type="sldNum" sz="quarter" idx="12"/>
      </p:nvPr>
    </p:nvSpPr>
    <p:spPr>
      <a:xfrm>
        <a:off x="8138160" y="6187440"/>
        <a:ext cx="548640" cy="396240"/>
      </a:xfrm>
      <a:prstGeom prst="rect">
        <a:avLst/>
      </a:prstGeom>
      <a:noFill/>
    </p:spPr>
    <p:txBody>
      <a:bodyPr wrap="square" rtlCol="0" anchor="ctr"/>
      <a:lstStyle/>
      <a:p>
        <a:pPr algn="r"/>
        <a:fld type="slnum" id="{282E2E67-0C23-4552-87C9-2C764654F79F}">
          <a:pPr algn="r"/>
          <a:rPr lang="en-US" smtClean="0"/>
          <a:t>‹#›</a:t>
        </a:fld>
        <a:endParaRPr lang="en-US" smtClean="0"/>
      </a:p>
    </p:txBody>
  </p:sp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Middle Aligned Content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 marL="457200" indent="-457200">
              <a:buChar char="•"/>
            </a:pPr>
            <a:r>
              <a:rPr lang="en-US" sz="1800" b="0" i="0" u="none" dirty="0"/>
              <a:t>The text content of this slide is vertically aligned to the middle.</a:t>
            </a:r>
          </a:p>
        </p:txBody>
      </p:sp>
    </p:spTree>
  </p:cSld>
  <p:clrMapOvr>
    <a:masterClrMapping/>
  </p:clrMapOvr>
  <p:sp>
    <p:nvSpPr>
      <p:cNvPr id="4" name="Slide Number Placeholder"/>
      <p:cNvSpPr>
        <a:spLocks noGrp="1"/>
      </p:cNvSpPr>
      <p:nvPr>
        <p:ph type="sldNum" sz="quarter" idx="12"/>
      </p:nvPr>
    </p:nvSpPr>
    <p:spPr>
      <a:xfrm>
        <a:off x="8138160" y="6187440"/>
        <a:ext cx="548640" cy="396240"/>
      </a:xfrm>
      <a:prstGeom prst="rect">
        <a:avLst/>
      </a:prstGeom>
      <a:noFill/>
    </p:spPr>
    <p:txBody>
      <a:bodyPr wrap="square" rtlCol="0" anchor="ctr"/>
      <a:lstStyle/>
      <a:p>
        <a:pPr algn="r"/>
        <a:fld type="slnum" id="{282E2E67-0C23-4552-87C9-2C764654F79F}">
          <a:pPr algn="r"/>
          <a:rPr lang="en-US" smtClean="0"/>
          <a:t>‹#›</a:t>
        </a:fld>
        <a:endParaRPr lang="en-US" smtClean="0"/>
      </a:p>
    </p:txBody>
  </p:sp>
</p:sld>
</file>

<file path=ppt/slides/slide6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3200" b="0" i="0" u="none" dirty="0">
                <a:latin typeface="Consolas"/>
                <a:ea typeface="Consolas"/>
                <a:cs typeface="Consolas"/>
              </a:rPr>
              <a:t>Consolas Title Font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The title uses the 'Consolas' typeface.</a:t>
            </a:r>
          </a:p>
        </p:txBody>
      </p:sp>
    </p:spTree>
  </p:cSld>
  <p:clrMapOvr>
    <a:masterClrMapping/>
  </p:clrMapOvr>
  <p:sp>
    <p:nvSpPr>
      <p:cNvPr id="4" name="Slide Number Placeholder"/>
      <p:cNvSpPr>
        <a:spLocks noGrp="1"/>
      </p:cNvSpPr>
      <p:nvPr>
        <p:ph type="sldNum" sz="quarter" idx="12"/>
      </p:nvPr>
    </p:nvSpPr>
    <p:spPr>
      <a:xfrm>
        <a:off x="8138160" y="6187440"/>
        <a:ext cx="548640" cy="396240"/>
      </a:xfrm>
      <a:prstGeom prst="rect">
        <a:avLst/>
      </a:prstGeom>
      <a:noFill/>
    </p:spPr>
    <p:txBody>
      <a:bodyPr wrap="square" rtlCol="0" anchor="ctr"/>
      <a:lstStyle/>
      <a:p>
        <a:pPr algn="r"/>
        <a:fld type="slnum" id="{282E2E67-0C23-4552-87C9-2C764654F79F}">
          <a:pPr algn="r"/>
          <a:rPr lang="en-US" smtClean="0"/>
          <a:t>‹#›</a:t>
        </a:fld>
        <a:endParaRPr lang="en-US" smtClean="0"/>
      </a:p>
    </p:txBody>
  </p:sp>
</p:sld>
</file>

<file path=ppt/slides/slide7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FC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4400" b="0" i="0" u="none" dirty="0">
                <a:solidFill>
                  <a:srgbClr val="AA0000"/>
                </a:solidFill>
                <a:latin typeface="Impact"/>
                <a:ea typeface="Impact"/>
                <a:cs typeface="Impact"/>
              </a:rPr>
              <a:t>Everything Combined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 marL="457200" indent="-457200">
              <a:buChar char="•"/>
            </a:pPr>
            <a:r>
              <a:rPr lang="en-US" sz="1800" b="0" i="0" u="none" dirty="0"/>
              <a:t>Middle aligned content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Centered Impact title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Custom background color</a:t>
            </a:r>
          </a:p>
        </p:txBody>
      </p:sp>
    </p:spTree>
  </p:cSld>
  <p:clrMapOvr>
    <a:masterClrMapping/>
  </p:clrMapOvr>
  <p:sp>
    <p:nvSpPr>
      <p:cNvPr id="4" name="Slide Number Placeholder"/>
      <p:cNvSpPr>
        <a:spLocks noGrp="1"/>
      </p:cNvSpPr>
      <p:nvPr>
        <p:ph type="sldNum" sz="quarter" idx="12"/>
      </p:nvPr>
    </p:nvSpPr>
    <p:spPr>
      <a:xfrm>
        <a:off x="8138160" y="6187440"/>
        <a:ext cx="548640" cy="396240"/>
      </a:xfrm>
      <a:prstGeom prst="rect">
        <a:avLst/>
      </a:prstGeom>
      <a:noFill/>
    </p:spPr>
    <p:txBody>
      <a:bodyPr wrap="square" rtlCol="0" anchor="ctr"/>
      <a:lstStyle/>
      <a:p>
        <a:pPr algn="r"/>
        <a:fld type="slnum" id="{282E2E67-0C23-4552-87C9-2C764654F79F}">
          <a:pPr algn="r"/>
          <a:rPr lang="en-US" smtClean="0"/>
          <a:t>‹#›</a:t>
        </a:fld>
        <a:endParaRPr lang="en-US" smtClean="0"/>
      </a:p>
    </p:txBody>
  </p:sp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7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gopptx Slide Properties Smoke</dc:title>
  <dc:subject/>
  <dc:creator>gopptx</dc:creator>
  <cp:lastModifiedBy>gopptx</cp:lastModifiedBy>
  <dc:description/>
  <cp:revision>1</cp:revision>
  <dcterms:created xsi:type="dcterms:W3CDTF">2026-02-11T17:42:20Z</dcterms:created>
  <dcterms:modified xsi:type="dcterms:W3CDTF">2026-02-11T17:42:20Z</dcterms:modified>
</cp:coreProperties>
</file>