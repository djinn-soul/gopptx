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66" r:id="rId18"/>
    <p:sldId id="270" r:id="rId22"/>
    <p:sldId id="256" r:id="rId2"/>
    <p:sldId id="268" r:id="rId20"/>
    <p:sldId id="257" r:id="rId3"/>
    <p:sldId id="265" r:id="rId17"/>
    <p:sldId id="259" r:id="rId4"/>
    <p:sldId id="258" r:id="rId5"/>
    <p:sldId id="267" r:id="rId19"/>
    <p:sldId id="260" r:id="rId6"/>
    <p:sldId id="261" r:id="rId13"/>
    <p:sldId id="262" r:id="rId14"/>
    <p:sldId id="269" r:id="rId21"/>
    <p:sldId id="263" r:id="rId15"/>
    <p:sldId id="264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33"/>
    <a:srgbClr val="1D3A00"/>
    <a:srgbClr val="990099"/>
    <a:srgbClr val="CC0099"/>
    <a:srgbClr val="FE9202"/>
    <a:srgbClr val="6C1A00"/>
    <a:srgbClr val="00AACC"/>
    <a:srgbClr val="5EEC3C"/>
    <a:srgbClr val="003296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notesMaster" Target="notesMasters/notesMaster1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heme" Target="theme/theme1.xml"/>
  <Relationship Id="rId11" Type="http://schemas.openxmlformats.org/officeDocument/2006/relationships/tableStyles" Target="tableStyles.xml"/>
  <Relationship Id="rId12" Type="http://schemas.microsoft.com/office/2015/10/relationships/revisionInfo" Target="revisionInfo.xml"/>
  <Relationship Id="rId13" Type="http://schemas.openxmlformats.org/officeDocument/2006/relationships/slide" Target="slides/slide6.xml"/>
  <Relationship Id="rId14" Type="http://schemas.openxmlformats.org/officeDocument/2006/relationships/slide" Target="slides/slide7.xml"/>
  <Relationship Id="rId15" Type="http://schemas.openxmlformats.org/officeDocument/2006/relationships/slide" Target="slides/slide8.xml"/>
  <Relationship Id="rId16" Type="http://schemas.openxmlformats.org/officeDocument/2006/relationships/slide" Target="slides/slide9.xml"/>
  <Relationship Id="rId17" Type="http://schemas.openxmlformats.org/officeDocument/2006/relationships/slide" Target="slides/slide10.xml"/>
  <Relationship Id="rId18" Type="http://schemas.openxmlformats.org/officeDocument/2006/relationships/slide" Target="slides/slide11.xml"/>
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3239-2F89-4114-B8B2-BB42565BA8EA}" type="datetimeFigureOut">
              <a:rPr lang="en-US" smtClean="0"/>
              <a:t>7/27/2017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BAF99-8078-47CA-93F2-D5EA102EB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4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080" y="2266340"/>
            <a:ext cx="7787954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080" y="3793390"/>
            <a:ext cx="7787955" cy="610819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1D3A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28470"/>
            <a:ext cx="8246070" cy="610821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664918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81174"/>
            <a:ext cx="610820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3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4700"/>
            <a:ext cx="6108200" cy="36637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7940659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7521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21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BEEAD29A-58CF-40AF-A1AF-51DF6A1940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801DE-3BA7-4BC7-A092-026A1C0D5277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[T1] Click to edit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[T1]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[T1]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[T1] 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490" y="1808225"/>
            <a:ext cx="7329840" cy="1985163"/>
          </a:xfrm>
        </p:spPr>
        <p:txBody>
          <a:bodyPr>
            <a:normAutofit/>
          </a:bodyPr>
          <a:lstStyle/>
          <a:p>
            <a:r>
              <a:rPr lang="en-US" dirty="0" smtClean="0"/>
              <a:t>[T2] Click to edit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940660" cy="916230"/>
          </a:xfrm>
        </p:spPr>
        <p:txBody>
          <a:bodyPr/>
          <a:lstStyle/>
          <a:p>
            <a:r>
              <a:rPr lang="en-US" dirty="0" smtClean="0"/>
              <a:t>[T2] 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</a:p>
          <a:p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[T2] 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1670" y="433880"/>
            <a:ext cx="8093365" cy="916230"/>
          </a:xfrm>
        </p:spPr>
        <p:txBody>
          <a:bodyPr/>
          <a:lstStyle/>
          <a:p>
            <a:r>
              <a:rPr lang="en-US" dirty="0" smtClean="0"/>
              <a:t>[T2] 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Product B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mtClean="0"/>
              <a:t>Feature 1</a:t>
            </a:r>
          </a:p>
          <a:p>
            <a:r>
              <a:rPr lang="en-US" smtClean="0"/>
              <a:t>Feature 2</a:t>
            </a:r>
          </a:p>
          <a:p>
            <a:r>
              <a:rPr lang="en-US" smtClean="0"/>
              <a:t>Feature 3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[T1] Click to edit (Copy)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490" y="1808225"/>
            <a:ext cx="7329840" cy="1985163"/>
          </a:xfrm>
        </p:spPr>
        <p:txBody>
          <a:bodyPr>
            <a:normAutofit/>
          </a:bodyPr>
          <a:lstStyle/>
          <a:p>
            <a:r>
              <a:rPr lang="en-US" dirty="0" smtClean="0"/>
              <a:t>[T2] Click to edit (Copy)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[T1] Slide Title (Copy)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433880"/>
            <a:ext cx="7940660" cy="916230"/>
          </a:xfrm>
        </p:spPr>
        <p:txBody>
          <a:bodyPr/>
          <a:lstStyle/>
          <a:p>
            <a:r>
              <a:rPr lang="en-US" dirty="0" smtClean="0"/>
              <a:t>[T2] Slide Title (Copy)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Make Effective Presentations</a:t>
            </a:r>
          </a:p>
          <a:p>
            <a:r>
              <a:rPr lang="en-US" smtClean="0"/>
              <a:t>Using Awesome Backgrounds</a:t>
            </a:r>
          </a:p>
          <a:p>
            <a:r>
              <a:rPr lang="en-US" smtClean="0"/>
              <a:t>Engage your Audience</a:t>
            </a:r>
          </a:p>
          <a:p>
            <a:r>
              <a:rPr lang="en-US" smtClean="0"/>
              <a:t>Capture Audience Attention</a:t>
            </a:r>
          </a:p>
          <a:p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[T1] Slide Title (Copy) (Copy)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[T1] Slide Title (Copy)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2017-07-27T13:07:26Z</dcterms:created>
  <dcterms:modified xsi:type="dcterms:W3CDTF">2017-07-27T13:08:44Z</dcterms:modified>
</cp:coreProperties>
</file>