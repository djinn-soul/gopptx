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Layout Helpers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18: Layout Helpers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