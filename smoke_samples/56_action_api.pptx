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ithub.com/djinn-soul/gopptx" TargetMode="Externa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Interactive Shapes</a:t>
            </a:r>
          </a:p>
        </p:txBody>
      </p:sp>
      <p:sp>
        <p:nvSpPr>
          <p:cNvPr id="3" name="Shape 3">
            <a:hlinkClick r:id="rId2" highlightClick="1"/>
          </p:cNvPr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00FF00"/>
          </a:solidFill>
        </p:spPr>
        <p:txBody>
          <a:bodyPr wrap="square" rtlCol="0" anchor="ctr" marL="45720" marT="45720" marR="45720" marB="45720">
            <a:spAutoFit/>
          </a:bodyPr>
          <a:lstStyle/>
          <a:p>
            <a:pPr algn="l"/>
            <a:r>
              <a:rPr lang="en-US" sz="3400" b="0" i="0" u="none" dirty="0">
                <a:solidFill>
                  <a:srgbClr val="000000"/>
                </a:solidFill>
                <a:hlinkClick r:id="rId2" highlightClick="1"/>
              </a:rPr>
              <a:t>Click Me (GitHub)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56: Action API</dc:title>
  <dc:subject/>
  <dc:creator>gopptx</dc:creator>
  <cp:lastModifiedBy>gopptx</cp:lastModifiedBy>
  <dc:description/>
  <cp:revision>1</cp:revision>
  <dcterms:created xsi:type="dcterms:W3CDTF">2026-02-12T16:36:05Z</dcterms:created>
  <dcterms:modified xsi:type="dcterms:W3CDTF">2026-02-12T16:36:05Z</dcterms:modified>
</cp:coreProperties>
</file>