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ithub.com/djinn-soul/gopptx" TargetMode="Externa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Interactive Shapes</a:t>
            </a:r>
          </a:p>
        </p:txBody>
      </p:sp>
      <p:sp>
        <p:nvSpPr>
          <p:cNvPr id="3" name="Shape 3">
            <a:hlinkClick r:id="rId2" highlightClick="1"/>
          </p:cNvPr>
          <p:cNvSpPr/>
          <p:nvPr/>
        </p:nvSpPr>
        <p:spPr>
          <a:xfrm>
            <a:off x="914400" y="914400"/>
            <a:ext cx="2743200" cy="1828800"/>
          </a:xfrm>
          <a:prstGeom prst="rect">
            <a:avLst/>
          </a:prstGeom>
          <a:solidFill>
            <a:srgbClr val="00FF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400" b="0" i="0" u="none" dirty="0">
                <a:solidFill>
                  <a:srgbClr val="000000"/>
                </a:solidFill>
                <a:hlinkClick r:id="rId2" highlightClick="1"/>
              </a:rPr>
              <a:t>Click Me (GitHub)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56: Action API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