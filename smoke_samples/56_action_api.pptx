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3"/>
  </p:sldIdLst>
  <p:sldSz cx="9144000" cy="6858000" type="screen4x3"/>
  <p:notesSz cx="6858000" cy="9144000"/>
</p:presentation>
</file>

<file path=ppt/_rels/presentation.xml.rels><?xml version="1.0" encoding="UTF-8" standalone="yes"?>
<Relationships xmlns="http://schemas.openxmlformats.org/package/2006/relationships">
<Relationship Id="rId1" Type="http://schemas.openxmlformats.org/officeDocument/2006/relationships/slideMaster" Target="slideMasters/slideMaster1.xml"/>
<Relationship Id="rId2" Type="http://schemas.openxmlformats.org/officeDocument/2006/relationships/theme" Target="theme/theme1.xml"/>
<Relationship Id="rId3" Type="http://schemas.openxmlformats.org/officeDocument/2006/relationships/slide" Target="slides/slide1.xml"/>
</Relationships>
</file>

<file path=ppt/slideLayouts/_rels/slideLayout1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entere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ig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slideLayout" Target="../slideLayouts/slideLayout2.xml"/>
<Relationship Id="rId3" Type="http://schemas.openxmlformats.org/officeDocument/2006/relationships/slideLayout" Target="../slideLayouts/slideLayout3.xml"/>
<Relationship Id="rId4" Type="http://schemas.openxmlformats.org/officeDocument/2006/relationships/slideLayout" Target="../slideLayouts/slideLayout4.xml"/>
<Relationship Id="rId5" Type="http://schemas.openxmlformats.org/officeDocument/2006/relationships/slideLayout" Target="../slideLayouts/slideLayout5.xml"/>
<Relationship Id="rId6" Type="http://schemas.openxmlformats.org/officeDocument/2006/relationships/slideLayout" Target="../slideLayouts/slideLayout6.xml"/>
<Relationship Id="rId7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</p:sldMaster>
</file>

<file path=ppt/slides/_rels/slide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<Relationship Id="rId2" Type="http://schemas.openxmlformats.org/officeDocument/2006/relationships/hyperlink" Target="https://github.com/djinn-soul/gopptx" TargetMode="External"/>
</Relationships>
</file>

<file path=ppt/slides/slide1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Interactive Shapes</a:t>
            </a:r>
          </a:p>
        </p:txBody>
      </p:sp>
      <p:sp>
        <p:nvSpPr>
          <p:cNvPr id="3" name="Shape 3">
            <a:hlinkClick r:id="rId2" highlightClick="1"/>
          </p:cNvPr>
          <p:cNvSpPr/>
          <p:nvPr/>
        </p:nvSpPr>
        <p:spPr>
          <a:xfrm>
            <a:off x="914400" y="914400"/>
            <a:ext cx="2743200" cy="1828800"/>
          </a:xfrm>
          <a:prstGeom prst="rect">
            <a:avLst/>
          </a:prstGeom>
          <a:solidFill>
            <a:srgbClr val="00FF00"/>
          </a:solidFill>
        </p:spPr>
        <p:txBody>
          <a:bodyPr wrap="square" rtlCol="0" anchor="ctr" marL="45720" marT="45720" marR="45720" marB="45720">
            <a:spAutoFit/>
          </a:bodyPr>
          <a:lstStyle/>
          <a:p>
            <a:pPr algn="l"/>
            <a:r>
              <a:rPr lang="en-US" sz="3400" b="0" i="0" u="none" dirty="0">
                <a:solidFill>
                  <a:srgbClr val="000000"/>
                </a:solidFill>
                <a:hlinkClick r:id="rId2" highlightClick="1"/>
              </a:rPr>
              <a:t>Click Me (GitHub)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 marketing">
  <a:themeElements>
    <a:clrScheme name="Office colors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 fonts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gopptx</Application>
  <PresentationFormat>On-screen Show (4:3)</PresentationFormat>
  <Paragraphs>0</Paragraphs>
  <Slides>1</Slides>
  <Notes>0</Notes>
  <HiddenSlides>0</HiddenSlides>
  <MMClips>0</MMClips>
  <ScaleCrop>false</ScaleCrop>
  <LinksUpToDate>false</LinksUpToDate>
  <SharedDoc>false</SharedDoc>
  <HyperlinksChanged>false</HyperlinksChanged>
  <AppVersion>1.0000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Task 56: Action API</dc:title>
  <dc:subject/>
  <dc:creator>gopptx</dc:creator>
  <cp:lastModifiedBy>gopptx</cp:lastModifiedBy>
  <dc:description/>
  <cp:revision>1</cp:revision>
  <dcterms:created xsi:type="dcterms:W3CDTF">2026-02-12T18:44:24Z</dcterms:created>
  <dcterms:modified xsi:type="dcterms:W3CDTF">2026-02-12T18:44:24Z</dcterms:modified>
</cp:coreProperties>
</file>