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notesMaster" Target="notesMasters/notesMaster1.xml"/>
  <Relationship Id="rId5" Type="http://schemas.openxmlformats.org/officeDocument/2006/relationships/slide" Target="slides/slide2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notes content.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 speaker notes for slide 2.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Slide with Updated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Updated Bullet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New Slide with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New Bullet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1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Template</dc:title>
  <dc:subject/>
  <dc:creator>gopptx</dc:creator>
  <cp:lastModifiedBy>gopptx</cp:lastModifiedBy>
  <dc:description/>
  <cp:revision>1</cp:revision>
  <dcterms:created xsi:type="dcterms:W3CDTF">2026-02-12T15:42:55Z</dcterms:created>
  <dcterms:modified xsi:type="dcterms:W3CDTF">2026-02-12T15:42:55Z</dcterms:modified>
</cp:coreProperties>
</file>