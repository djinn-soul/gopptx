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3"/>
    <p:sldId id="258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notesMaster" Target="notesMasters/notesMaster1.xml"/>
<Relationship Id="rId5" Type="http://schemas.openxmlformats.org/officeDocument/2006/relationships/slide" Target="slides/slide2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r>
              <a:rPr lang="en-US" sm="1"/>
              <a:t/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fld id="{8583B92D-B326-4076-96F9-126CB471A9B6}" type="datetime1">
              <a:rPr lang="en-US" sm="1"/>
              <a:pPr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>
          <a:xfrm>
            <a:off x="1143000" y="4572000"/>
            <a:ext cx="4572000" cy="38862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 lang="en-US" sm="1"/>
              <a:t/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E4E639B-83C3-4404-B32B-98A843E836FB}" type="slidenum">
              <a:rPr lang="en-US" sm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457200" indent="-457200">
              <a:buChar char="•"/>
            </a:pPr>
            <a:r>
              <a:rPr lang="en-US" sz="1200" b="0" i="0" u="none" dirty="0"/>
              <a:t>Updated notes content.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457200" indent="-457200">
              <a:buChar char="•"/>
            </a:pPr>
            <a:r>
              <a:rPr lang="en-US" sz="1200" b="0" i="0" u="none" dirty="0"/>
              <a:t>Secret speaker notes for slide 2.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Slide with Updated Notes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Updated Bullet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New Slide with Notes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New Bullet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1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Template</dc:title>
  <dc:creator>gopptx</dc:creator>
  <cp:lastModifiedBy>gopptx</cp:lastModifiedBy>
  <cp:revision>1</cp:revision>
  <dcterms:created xsi:type="dcterms:W3CDTF">2026-02-16T11:19:21Z</dcterms:created>
  <dcterms:modified xsi:type="dcterms:W3CDTF">2026-02-16T11:19:21Z</dcterms:modified>
</cp:coreProperties>
</file>