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Title Slide</a:t>
            </a:r>
          </a:p>
        </p:txBody>
      </p:sp>
      <p:sp>
        <p:nvSpPr>
          <p:cNvPr id="3" name="Shape 3"/>
          <p:cNvSpPr/>
          <p:nvPr/>
        </p:nvSpPr>
        <p:spPr>
          <a:xfrm>
            <a:off x="500000" y="500000"/>
            <a:ext cx="4572000" cy="1828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Edited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Smoke Test</dc:title>
  <dc:creator>gopptx</dc:creator>
  <cp:lastModifiedBy>gopptx</cp:lastModifiedBy>
  <cp:revision>1</cp:revision>
  <dcterms:created xsi:type="dcterms:W3CDTF">2026-02-13T17:54:08Z</dcterms:created>
  <dcterms:modified xsi:type="dcterms:W3CDTF">2026-02-13T17:54:08Z</dcterms:modified>
</cp:coreProperties>
</file>