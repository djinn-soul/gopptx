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djinn-soul/gopptx" TargetMode="External"/><Relationship Id="rId3" Type="http://schemas.openxmlformats.org/officeDocument/2006/relationships/hyperlink" Target="ppaction://hlinkshowjump?jump=nextslide" TargetMode="Externa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djinn-soul/gopptx" TargetMode="External"/><Relationship Id="rId3" Type="http://schemas.openxmlformats.org/officeDocument/2006/relationships/hyperlink" Target="ppaction://hlinkshowjump?jump=nextslide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Shape Move &amp; Hover</a:t>
            </a:r>
          </a:p>
        </p:txBody>
      </p:sp>
      <p:sp>
        <p:nvSpPr>
          <p:cNvPr id="3" name="Shape 3">
            <a:hlinkClick r:id="rId2" highlightClick="1"/>
          </p:cNvPr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00FF00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500" b="0" i="0" u="none" dirty="0">
                <a:solidFill>
                  <a:srgbClr val="000000"/>
                </a:solidFill>
                <a:hlinkClick r:id="rId2" highlightClick="1"/>
              </a:rPr>
              <a:t>Click Me (URL)</a:t>
            </a:r>
          </a:p>
        </p:txBody>
      </p:sp>
      <p:sp>
        <p:nvSpPr>
          <p:cNvPr id="4" name="Shape 4">
            <a:hlinkHover r:id="rId3" highlightClick="1" action="ppaction://hlinkshowjump?jump=nextslide"/>
          </p:cNvPr>
          <p:cNvSpPr/>
          <p:nvPr/>
        </p:nvSpPr>
        <p:spPr>
          <a:xfrm>
            <a:off x="4572000" y="914400"/>
            <a:ext cx="2743200" cy="1828800"/>
          </a:xfrm>
          <a:prstGeom prst="ellipse">
            <a:avLst/>
          </a:prstGeom>
          <a:solidFill>
            <a:srgbClr val="FFFF00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200" b="0" i="0" u="none" dirty="0">
                <a:solidFill>
                  <a:srgbClr val="000000"/>
                </a:solidFill>
              </a:rPr>
              <a:t>Hover Me (Next Slide)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Text Run Actions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1" i="0" u="none" dirty="0"/>
              <a:t>This is a </a:t>
            </a:r>
            <a:r>
              <a:rPr lang="en-US" sz="1800" b="0" i="0" u="sng" dirty="0">
                <a:hlinkClick r:id="rId2" highlightClick="1"/>
                <a:hlinkHover r:id="rId3" highlightClick="1" action="ppaction://hlinkshowjump?jump=nextslide"/>
                <a:solidFill>
                  <a:srgbClr val="FF0000"/>
                </a:solidFill>
              </a:rPr>
              <a:t>clickable/hoverable</a:t>
            </a:r>
            <a:r>
              <a:rPr lang="en-US" sz="1800" b="0" i="0" u="none" dirty="0"/>
              <a:t> word.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API Showcase</dc:title>
  <dc:subject/>
  <dc:creator>gopptx</dc:creator>
  <cp:lastModifiedBy>gopptx</cp:lastModifiedBy>
  <dc:description/>
  <cp:revision>1</cp:revision>
  <dcterms:created xsi:type="dcterms:W3CDTF">2026-02-16T11:19:22Z</dcterms:created>
  <dcterms:modified xsi:type="dcterms:W3CDTF">2026-02-16T11:19:22Z</dcterms:modified>
</cp:coreProperties>
</file>