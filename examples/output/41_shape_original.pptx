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Title Slide</a:t>
            </a:r>
          </a:p>
        </p:txBody>
      </p:sp>
      <p:sp>
        <p:nvSpPr>
          <p:cNvPr id="3" name="Shape 3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3600" b="0" i="0" u="none" dirty="0">
                <a:solidFill>
                  <a:srgbClr val="000000"/>
                </a:solidFill>
              </a:rPr>
              <a:t>Original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Smoke Test</dc:title>
  <dc:subject/>
  <dc:creator>gopptx</dc:creator>
  <cp:lastModifiedBy>gopptx</cp:lastModifiedBy>
  <dc:description/>
  <cp:revision>1</cp:revision>
  <dcterms:created xsi:type="dcterms:W3CDTF">2026-02-13T17:54:08Z</dcterms:created>
  <dcterms:modified xsi:type="dcterms:W3CDTF">2026-02-13T17:54:08Z</dcterms:modified>
</cp:coreProperties>
</file>