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rPr lang="en-US" sm="1"/>
              <a:t>CONFIDENTIAL - internal use only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8583B92D-B326-4076-96F9-126CB471A9B6}" type="datetime1">
              <a:rPr lang="en-US" sm="1"/>
              <a:pPr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>
          <a:xfrm>
            <a:off x="1143000" y="4572000"/>
            <a:ext cx="4572000" cy="38862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 lang="en-US" sm="1"/>
              <a:t>Notes Master Smoke Test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E4E639B-83C3-4404-B32B-98A843E836FB}" type="slidenum">
              <a:rPr lang="en-US" sm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 b="1">
        <a:solidFill>
          <a:srgbClr val="0000FF"/>
        </a:solidFill>
      </a:defRPr>
    </a:lvl1pPr>
    <a:lvl2pPr>
      <a:defRPr sz="1000">
        <a:solidFill>
          <a:srgbClr val="333333"/>
        </a:solidFill>
      </a:defRPr>
    </a:lvl2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457200" indent="-457200">
              <a:buChar char="•"/>
            </a:pPr>
            <a:r>
              <a:rPr lang="en-US" sz="1200" b="0" i="0" u="none" dirty="0"/>
              <a:t>This is level 1 notes text.
	This is level 2 notes text.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457200" indent="-457200">
              <a:buChar char="•"/>
            </a:pPr>
            <a:r>
              <a:rPr lang="en-US" sz="1200" b="0" i="0" u="none" dirty="0"/>
              <a:t>Check the header and footer on the notes page!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Notes Master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Another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2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Master Smoke</dc:title>
  <dc:subject/>
  <dc:creator>gopptx</dc:creator>
  <cp:lastModifiedBy>gopptx</cp:lastModifiedBy>
  <dc:description/>
  <cp:revision>1</cp:revision>
  <dcterms:created xsi:type="dcterms:W3CDTF">2026-02-16T11:19:16Z</dcterms:created>
  <dcterms:modified xsi:type="dcterms:W3CDTF">2026-02-16T11:19:16Z</dcterms:modified>
</cp:coreProperties>
</file>