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" y="274638"/>
            <a:ext cx="90525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Text Case Controls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" y="1600200"/>
            <a:ext cx="905256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This corresponds to normal text.</a:t>
            </a:r>
          </a:p>
          <a:p>
            <a:pPr lvl="0" marL="457200" indent="-457200">
              <a:buChar char="•"/>
            </a:pPr>
            <a:r>
              <a:rPr lang="en-US" sz="1800" b="1" i="0" u="none" dirty="0"/>
              <a:t>This is </a:t>
            </a:r>
            <a:r>
              <a:rPr lang="en-US" sz="1800" b="0" i="0" u="none" cap="all" dirty="0">
                <a:solidFill>
                  <a:srgbClr val="FF0000"/>
                </a:solidFill>
              </a:rPr>
              <a:t>ALL CAPS</a:t>
            </a:r>
            <a:r>
              <a:rPr lang="en-US" sz="1800" b="0" i="0" u="none" dirty="0"/>
              <a:t> text.</a:t>
            </a:r>
          </a:p>
          <a:p>
            <a:pPr lvl="0" marL="457200" indent="-457200">
              <a:buChar char="•"/>
            </a:pPr>
            <a:r>
              <a:rPr lang="en-US" sz="1800" b="0" i="1" u="none" dirty="0"/>
              <a:t>This is </a:t>
            </a:r>
            <a:r>
              <a:rPr lang="en-US" sz="1800" b="0" i="0" u="none" cap="small" dirty="0">
                <a:solidFill>
                  <a:srgbClr val="0000FF"/>
                </a:solidFill>
              </a:rPr>
              <a:t>Small Caps</a:t>
            </a:r>
            <a:r>
              <a:rPr lang="en-US" sz="1800" b="0" i="0" u="none" dirty="0"/>
              <a:t> text.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" y="274638"/>
            <a:ext cx="90525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Paragraph Indents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" y="1600200"/>
            <a:ext cx="905256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Default indentation for comparison (Level 0).</a:t>
            </a:r>
          </a:p>
          <a:p>
            <a:pPr lvl="0" marL="1828800" indent="-457200">
              <a:buChar char="•"/>
            </a:pPr>
            <a:r>
              <a:rPr lang="en-US" sz="1800" b="0" i="0" u="none" dirty="0"/>
              <a:t>Custom Left Indent (2 inches)</a:t>
            </a:r>
          </a:p>
          <a:p>
            <a:pPr lvl="0" marL="914400" indent="-457200">
              <a:buChar char="•"/>
            </a:pPr>
            <a:r>
              <a:rPr lang="en-US" sz="1800" b="0" i="0" u="none" dirty="0"/>
              <a:t>Hanging Indent (0.5 inch offset)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2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Enhancements Showcase</dc:title>
  <dc:subject/>
  <dc:creator>gopptx</dc:creator>
  <cp:lastModifiedBy>gopptx</cp:lastModifiedBy>
  <dc:description/>
  <cp:revision>1</cp:revision>
  <dcterms:created xsi:type="dcterms:W3CDTF">2026-02-16T11:18:56Z</dcterms:created>
  <dcterms:modified xsi:type="dcterms:W3CDTF">2026-02-16T11:18:56Z</dcterms:modified>
</cp:coreProperties>
</file>