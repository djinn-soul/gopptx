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file:///README.md" TargetMode="External"/><Relationship Id="rId3" Type="http://schemas.openxmlformats.org/officeDocument/2006/relationships/hyperlink" Target="file:///C:/Windows/System32/notepad.exe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" y="274638"/>
            <a:ext cx="90525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Advanced Hyperlinks</a:t>
            </a:r>
          </a:p>
        </p:txBody>
      </p:sp>
      <p:sp>
        <p:nvSpPr>
          <p:cNvPr id="3" name="Shape 3">
            <a:hlinkClick r:id="rId2" tooltip="Open project README" highlightClick="1"/>
          </p:cNvPr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455A64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FFFFFF"/>
                </a:solidFill>
                <a:hlinkClick r:id="rId2" tooltip="Open project README" highlightClick="1"/>
              </a:rPr>
              <a:t>Open README.md (Relative)</a:t>
            </a:r>
          </a:p>
        </p:txBody>
      </p:sp>
      <p:sp>
        <p:nvSpPr>
          <p:cNvPr id="4" name="Shape 4">
            <a:hlinkClick r:id="rId3" tooltip="Launch Notepad application" highlightClick="1" action="ppaction://program"/>
          </p:cNvPr>
          <p:cNvSpPr/>
          <p:nvPr/>
        </p:nvSpPr>
        <p:spPr>
          <a:xfrm>
            <a:off x="4572000" y="1371600"/>
            <a:ext cx="3657600" cy="914400"/>
          </a:xfrm>
          <a:prstGeom prst="rect">
            <a:avLst/>
          </a:prstGeom>
          <a:solidFill>
            <a:srgbClr val="37474F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FFFFFF"/>
                </a:solidFill>
                <a:hlinkClick r:id="rId3" tooltip="Launch Notepad application" highlightClick="1" action="ppaction://program"/>
              </a:rPr>
              <a:t>Open Notepad (Program)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Hyperlink Smoke Test</dc:title>
  <dc:subject/>
  <dc:creator>gopptx</dc:creator>
  <cp:lastModifiedBy>gopptx</cp:lastModifiedBy>
  <dc:description/>
  <cp:revision>1</cp:revision>
  <dcterms:created xsi:type="dcterms:W3CDTF">2026-02-16T11:19:11Z</dcterms:created>
  <dcterms:modified xsi:type="dcterms:W3CDTF">2026-02-16T11:19:11Z</dcterms:modified>
</cp:coreProperties>
</file>