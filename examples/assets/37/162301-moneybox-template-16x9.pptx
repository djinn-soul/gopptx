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58" r:id="rId5"/>
    <p:sldId id="260" r:id="rId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D96"/>
    <a:srgbClr val="CC0066"/>
    <a:srgbClr val="CC0000"/>
    <a:srgbClr val="1D3A00"/>
    <a:srgbClr val="FE9202"/>
    <a:srgbClr val="D47A02"/>
    <a:srgbClr val="5EEC3C"/>
    <a:srgbClr val="E6B254"/>
    <a:srgbClr val="BF7E37"/>
    <a:srgbClr val="E39A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10" d="100"/>
          <a:sy n="110" d="100"/>
        </p:scale>
        <p:origin x="-648" y="-2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1/30/2022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50B06-B074-48FC-8CFD-53D2CD8FB95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96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12490" y="1960930"/>
            <a:ext cx="7329840" cy="1679753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Master </a:t>
            </a:r>
            <a:r>
              <a:rPr lang="en-US" dirty="0"/>
              <a:t>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490" y="891995"/>
            <a:ext cx="7329840" cy="763525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  <a:r>
              <a:rPr lang="en-US" dirty="0" smtClean="0"/>
              <a:t>Master </a:t>
            </a:r>
            <a:r>
              <a:rPr lang="en-US" dirty="0"/>
              <a:t>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433880"/>
            <a:ext cx="7940659" cy="76352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670" y="1502815"/>
            <a:ext cx="7940660" cy="3206805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1425" y="281175"/>
            <a:ext cx="6413610" cy="916229"/>
          </a:xfrm>
          <a:noFill/>
        </p:spPr>
        <p:txBody>
          <a:bodyPr>
            <a:normAutofit/>
          </a:bodyPr>
          <a:lstStyle>
            <a:lvl1pPr algn="r">
              <a:defRPr sz="3600">
                <a:solidFill>
                  <a:schemeClr val="accent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1425" y="1197405"/>
            <a:ext cx="6413610" cy="3511061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433880"/>
            <a:ext cx="8246070" cy="76352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7" y="1793944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7" y="2266340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793944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266340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0164" y="2769394"/>
            <a:ext cx="1463675" cy="392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490" y="1808225"/>
            <a:ext cx="7329840" cy="1985163"/>
          </a:xfrm>
        </p:spPr>
        <p:txBody>
          <a:bodyPr>
            <a:normAutofit/>
          </a:bodyPr>
          <a:lstStyle/>
          <a:p>
            <a:r>
              <a:rPr lang="en-US" dirty="0" smtClean="0"/>
              <a:t>Click to edit </a:t>
            </a:r>
            <a:br>
              <a:rPr lang="en-US" dirty="0" smtClean="0"/>
            </a:br>
            <a:r>
              <a:rPr lang="en-US" dirty="0" smtClean="0"/>
              <a:t>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FPPT.com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433880"/>
            <a:ext cx="7940660" cy="916230"/>
          </a:xfrm>
        </p:spPr>
        <p:txBody>
          <a:bodyPr/>
          <a:lstStyle/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Make Effective Presentations</a:t>
            </a:r>
          </a:p>
          <a:p>
            <a:r>
              <a:rPr lang="en-US" smtClean="0"/>
              <a:t>Using Awesome Backgrounds</a:t>
            </a:r>
          </a:p>
          <a:p>
            <a:r>
              <a:rPr lang="en-US" smtClean="0"/>
              <a:t>Engage your Audience</a:t>
            </a:r>
          </a:p>
          <a:p>
            <a:r>
              <a:rPr lang="en-US" smtClean="0"/>
              <a:t>Capture Audience Attention</a:t>
            </a:r>
          </a:p>
          <a:p>
            <a:endParaRPr lang="en-US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Slide Title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Make Effective Presentations</a:t>
            </a:r>
          </a:p>
          <a:p>
            <a:r>
              <a:rPr lang="en-US" smtClean="0"/>
              <a:t>Using Awesome Backgrounds</a:t>
            </a:r>
          </a:p>
          <a:p>
            <a:r>
              <a:rPr lang="en-US" smtClean="0"/>
              <a:t>Engage your Audience</a:t>
            </a:r>
          </a:p>
          <a:p>
            <a:r>
              <a:rPr lang="en-US" smtClean="0"/>
              <a:t>Capture Audience Attention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1670" y="433880"/>
            <a:ext cx="8093365" cy="916230"/>
          </a:xfrm>
        </p:spPr>
        <p:txBody>
          <a:bodyPr/>
          <a:lstStyle/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Product A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mtClean="0"/>
              <a:t>Feature 1</a:t>
            </a:r>
          </a:p>
          <a:p>
            <a:r>
              <a:rPr lang="en-US" smtClean="0"/>
              <a:t>Feature 2</a:t>
            </a:r>
          </a:p>
          <a:p>
            <a:r>
              <a:rPr lang="en-US" smtClean="0"/>
              <a:t>Feature 3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mtClean="0"/>
              <a:t>Product B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mtClean="0"/>
              <a:t>Feature 1</a:t>
            </a:r>
          </a:p>
          <a:p>
            <a:r>
              <a:rPr lang="en-US" smtClean="0"/>
              <a:t>Feature 2</a:t>
            </a:r>
          </a:p>
          <a:p>
            <a:r>
              <a:rPr lang="en-US" smtClean="0"/>
              <a:t>Feature 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783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0164" y="2371726"/>
            <a:ext cx="1463675" cy="392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9100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On-screen Show (16:9)</PresentationFormat>
  <Paragraphs>22</Paragraphs>
  <Slides>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Click to edit  Master title style</vt:lpstr>
      <vt:lpstr>Slide Title</vt:lpstr>
      <vt:lpstr>Slide Title</vt:lpstr>
      <vt:lpstr>Slide Title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2017-08-01T15:40:51Z</dcterms:created>
  <dcterms:modified xsi:type="dcterms:W3CDTF">2022-01-30T18:53:51Z</dcterms:modified>
</cp:coreProperties>
</file>