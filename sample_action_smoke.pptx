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<Relationship Id="rId2" Type="http://schemas.openxmlformats.org/officeDocument/2006/relationships/hyperlink" Target="https://example.com" TargetMode="External"/><Relationship Id="rId3" Type="http://schemas.openxmlformats.org/officeDocument/2006/relationships/hyperlink" Target="slide3.xml"/><Relationship Id="rId4" Type="http://schemas.openxmlformats.org/officeDocument/2006/relationships/hyperlink" Target="mailto:test@example.com?subject=Hello+from+gopptx" TargetMode="External"/><Relationship Id="rId5" Type="http://schemas.openxmlformats.org/officeDocument/2006/relationships/hyperlink" Target="ppaction://hlinkshowjump?jump=nextslide" TargetMode="Externa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<Relationship Id="rId2" Type="http://schemas.openxmlformats.org/officeDocument/2006/relationships/hyperlink" Target="https://example.com" TargetMode="External"/><Relationship Id="rId3" Type="http://schemas.openxmlformats.org/officeDocument/2006/relationships/hyperlink" Target="ppaction://hlinkshowjump?jump=lastslide" TargetMode="Externa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<Relationship Id="rId2" Type="http://schemas.openxmlformats.org/officeDocument/2006/relationships/hyperlink" Target="https://example.com" TargetMode="External"/><Relationship Id="rId3" Type="http://schemas.openxmlformats.org/officeDocument/2006/relationships/hyperlink" Target="slide1.xml"/><Relationship Id="rId4" Type="http://schemas.openxmlformats.org/officeDocument/2006/relationships/hyperlink" Target="ppaction://hlinkshowjump?jump=nextslide" TargetMode="Externa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Click Actions</a:t>
            </a:r>
          </a:p>
        </p:txBody>
      </p:sp>
      <p:sp>
        <p:nvSpPr>
          <p:cNvPr id="3" name="Shape 3">
            <a:hlinkClick r:id="rId2" tooltip="Visit example.com" highlightClick="1"/>
          </p:cNvPr>
          <p:cNvSpPr/>
          <p:nvPr/>
        </p:nvSpPr>
        <p:spPr>
          <a:xfrm>
            <a:off x="457200" y="1371600"/>
            <a:ext cx="2743200" cy="731520"/>
          </a:xfrm>
          <a:prstGeom prst="roundRect">
            <a:avLst/>
          </a:prstGeom>
          <a:solidFill>
            <a:srgbClr val="1565C0"/>
          </a:solidFill>
        </p:spPr>
        <p:txBody>
          <a:bodyPr wrap="square" rtlCol="0" anchor="ctr" marL="45720" marT="45720" marR="45720" marB="45720">
            <a:spAutoFit/>
          </a:bodyPr>
          <a:lstStyle/>
          <a:p>
            <a:pPr algn="l"/>
            <a:r>
              <a:rPr lang="en-US" sz="1600" b="0" i="0" u="none" dirty="0">
                <a:solidFill>
                  <a:srgbClr val="FFFFFF"/>
                </a:solidFill>
                <a:hlinkClick r:id="rId2" tooltip="Visit example.com" highlightClick="1"/>
              </a:rPr>
              <a:t>Open Example.com</a:t>
            </a:r>
          </a:p>
        </p:txBody>
      </p:sp>
      <p:sp>
        <p:nvSpPr>
          <p:cNvPr id="4" name="Shape 4">
            <a:hlinkClick r:id="rId3" highlightClick="1"/>
          </p:cNvPr>
          <p:cNvSpPr/>
          <p:nvPr/>
        </p:nvSpPr>
        <p:spPr>
          <a:xfrm>
            <a:off x="3657600" y="1371600"/>
            <a:ext cx="2743200" cy="731520"/>
          </a:xfrm>
          <a:prstGeom prst="rect">
            <a:avLst/>
          </a:prstGeom>
          <a:solidFill>
            <a:srgbClr val="2E7D32"/>
          </a:solidFill>
        </p:spPr>
        <p:txBody>
          <a:bodyPr wrap="square" rtlCol="0" anchor="ctr" marL="45720" marT="45720" marR="45720" marB="45720">
            <a:spAutoFit/>
          </a:bodyPr>
          <a:lstStyle/>
          <a:p>
            <a:pPr algn="l"/>
            <a:r>
              <a:rPr lang="en-US" sz="1600" b="0" i="0" u="none" dirty="0">
                <a:solidFill>
                  <a:srgbClr val="FFFFFF"/>
                </a:solidFill>
                <a:hlinkClick r:id="rId3" highlightClick="1"/>
              </a:rPr>
              <a:t>Go to Slide 3</a:t>
            </a:r>
          </a:p>
        </p:txBody>
      </p:sp>
      <p:sp>
        <p:nvSpPr>
          <p:cNvPr id="5" name="Shape 5">
            <a:hlinkClick r:id="rId4" highlightClick="1"/>
          </p:cNvPr>
          <p:cNvSpPr/>
          <p:nvPr/>
        </p:nvSpPr>
        <p:spPr>
          <a:xfrm>
            <a:off x="457200" y="2743200"/>
            <a:ext cx="2743200" cy="731520"/>
          </a:xfrm>
          <a:prstGeom prst="rect">
            <a:avLst/>
          </a:prstGeom>
          <a:solidFill>
            <a:srgbClr val="E65100"/>
          </a:solidFill>
        </p:spPr>
        <p:txBody>
          <a:bodyPr wrap="square" rtlCol="0" anchor="ctr" marL="45720" marT="45720" marR="45720" marB="45720">
            <a:spAutoFit/>
          </a:bodyPr>
          <a:lstStyle/>
          <a:p>
            <a:pPr algn="l"/>
            <a:r>
              <a:rPr lang="en-US" sz="1600" b="0" i="0" u="none" dirty="0">
                <a:solidFill>
                  <a:srgbClr val="000000"/>
                </a:solidFill>
                <a:hlinkClick r:id="rId4" highlightClick="1"/>
              </a:rPr>
              <a:t>Send Email</a:t>
            </a:r>
          </a:p>
        </p:txBody>
      </p:sp>
      <p:sp>
        <p:nvSpPr>
          <p:cNvPr id="6" name="Shape 6">
            <a:hlinkClick r:id="rId5" highlightClick="1" action="ppaction://hlinkshowjump?jump=nextslide"/>
          </p:cNvPr>
          <p:cNvSpPr/>
          <p:nvPr/>
        </p:nvSpPr>
        <p:spPr>
          <a:xfrm>
            <a:off x="3657600" y="2743200"/>
            <a:ext cx="2743200" cy="731520"/>
          </a:xfrm>
          <a:prstGeom prst="rect">
            <a:avLst/>
          </a:prstGeom>
          <a:solidFill>
            <a:srgbClr val="6A1B9A"/>
          </a:solidFill>
        </p:spPr>
        <p:txBody>
          <a:bodyPr wrap="square" rtlCol="0" anchor="ctr" marL="45720" marT="45720" marR="45720" marB="45720">
            <a:spAutoFit/>
          </a:bodyPr>
          <a:lstStyle/>
          <a:p>
            <a:pPr algn="l"/>
            <a:r>
              <a:rPr lang="en-US" sz="1600" b="0" i="0" u="none" dirty="0">
                <a:solidFill>
                  <a:srgbClr val="FFFFFF"/>
                </a:solidFill>
                <a:hlinkClick r:id="rId5" highlightClick="1" action="ppaction://hlinkshowjump?jump=nextslide"/>
              </a:rPr>
              <a:t>Next Slide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Hover Actions</a:t>
            </a:r>
          </a:p>
        </p:txBody>
      </p:sp>
      <p:sp>
        <p:nvSpPr>
          <p:cNvPr id="3" name="Shape 3">
            <a:hlinkHover r:id="rId2" tooltip="You hovered!" highlightClick="1"/>
          </p:cNvPr>
          <p:cNvSpPr/>
          <p:nvPr/>
        </p:nvSpPr>
        <p:spPr>
          <a:xfrm>
            <a:off x="914400" y="1828800"/>
            <a:ext cx="3657600" cy="914400"/>
          </a:xfrm>
          <a:prstGeom prst="roundRect">
            <a:avLst/>
          </a:prstGeom>
          <a:solidFill>
            <a:srgbClr val="0288D1"/>
          </a:solidFill>
        </p:spPr>
        <p:txBody>
          <a:bodyPr wrap="square" rtlCol="0" anchor="ctr" marL="45720" marT="45720" marR="45720" marB="45720">
            <a:spAutoFit/>
          </a:bodyPr>
          <a:lstStyle/>
          <a:p>
            <a:pPr algn="l"/>
            <a:r>
              <a:rPr lang="en-US" sz="2000" b="0" i="0" u="none" dirty="0">
                <a:solidFill>
                  <a:srgbClr val="000000"/>
                </a:solidFill>
                <a:hlinkHover r:id="rId2" tooltip="You hovered!" highlightClick="1"/>
              </a:rPr>
              <a:t>Hover me for tooltip</a:t>
            </a:r>
          </a:p>
        </p:txBody>
      </p:sp>
      <p:sp>
        <p:nvSpPr>
          <p:cNvPr id="4" name="Shape 4">
            <a:hlinkClick r:id="rId2" highlightClick="1"/>
            <a:hlinkHover r:id="rId3" tooltip="Hover goes to last slide" highlightClick="1" action="ppaction://hlinkshowjump?jump=lastslide"/>
          </p:cNvPr>
          <p:cNvSpPr/>
          <p:nvPr/>
        </p:nvSpPr>
        <p:spPr>
          <a:xfrm>
            <a:off x="5029200" y="1828800"/>
            <a:ext cx="2743200" cy="914400"/>
          </a:xfrm>
          <a:prstGeom prst="ellipse">
            <a:avLst/>
          </a:prstGeom>
          <a:solidFill>
            <a:srgbClr val="C62828"/>
          </a:solidFill>
        </p:spPr>
        <p:txBody>
          <a:bodyPr wrap="square" rtlCol="0" anchor="ctr" marL="45720" marT="45720" marR="45720" marB="45720">
            <a:spAutoFit/>
          </a:bodyPr>
          <a:lstStyle/>
          <a:p>
            <a:pPr algn="l"/>
            <a:r>
              <a:rPr lang="en-US" sz="2000" b="0" i="0" u="none" dirty="0">
                <a:solidFill>
                  <a:srgbClr val="FFFFFF"/>
                </a:solidFill>
                <a:hlinkClick r:id="rId2" highlightClick="1"/>
                <a:hlinkHover r:id="rId3" tooltip="Hover goes to last slide" highlightClick="1" action="ppaction://hlinkshowjump?jump=lastslide"/>
              </a:rPr>
              <a:t>Click AND Hover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Text Run Hyperlinks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Click </a:t>
            </a:r>
            <a:r>
              <a:rPr lang="en-US" sz="1800" b="0" i="0" u="sng" dirty="0">
                <a:hlinkClick r:id="rId2" tooltip="External link" highlightClick="1"/>
                <a:solidFill>
                  <a:srgbClr val="1565C0"/>
                </a:solidFill>
              </a:rPr>
              <a:t>this link</a:t>
            </a:r>
            <a:r>
              <a:rPr lang="en-US" sz="1800" b="0" i="0" u="none" dirty="0"/>
              <a:t> to visit example.com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Jump to </a:t>
            </a:r>
            <a:r>
              <a:rPr lang="en-US" sz="1800" b="0" i="0" u="sng" dirty="0">
                <a:hlinkClick r:id="rId3" highlightClick="1"/>
                <a:solidFill>
                  <a:srgbClr val="2E7D32"/>
                </a:solidFill>
              </a:rPr>
              <a:t>slide 1</a:t>
            </a:r>
            <a:r>
              <a:rPr lang="en-US" sz="1800" b="0" i="0" u="none" dirty="0"/>
              <a:t> (internal navigation)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Hover over </a:t>
            </a:r>
            <a:r>
              <a:rPr lang="en-US" sz="1800" b="1" i="0" u="none" dirty="0">
                <a:hlinkHover r:id="rId4" tooltip="Hover tooltip on text" highlightClick="1" action="ppaction://hlinkshowjump?jump=nextslide"/>
                <a:solidFill>
                  <a:srgbClr val="E65100"/>
                </a:solidFill>
              </a:rPr>
              <a:t>this text</a:t>
            </a:r>
            <a:r>
              <a:rPr lang="en-US" sz="1800" b="0" i="0" u="none" dirty="0"/>
              <a:t> to see a tooltip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3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Action &amp; Hyperlink Smoke Test</dc:title>
  <dc:subject/>
  <dc:creator>gopptx</dc:creator>
  <cp:lastModifiedBy>gopptx</cp:lastModifiedBy>
  <dc:description/>
  <cp:revision>1</cp:revision>
  <dcterms:created xsi:type="dcterms:W3CDTF">2026-02-12T15:56:47Z</dcterms:created>
  <dcterms:modified xsi:type="dcterms:W3CDTF">2026-02-12T15:56:47Z</dcterms:modified>
</cp:coreProperties>
</file>